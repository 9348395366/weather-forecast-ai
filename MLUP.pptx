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61" r:id="rId3"/>
    <p:sldId id="256" r:id="rId4"/>
    <p:sldId id="267" r:id="rId5"/>
    <p:sldId id="262" r:id="rId6"/>
    <p:sldId id="258" r:id="rId7"/>
    <p:sldId id="259" r:id="rId8"/>
    <p:sldId id="266" r:id="rId9"/>
    <p:sldId id="264" r:id="rId10"/>
    <p:sldId id="26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BB82D0-3480-41A7-9D59-702ADD596D1D}" v="26" dt="2026-03-31T06:04:44.7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dan Nanda" userId="4610b55d92d247f8" providerId="LiveId" clId="{E78B6602-CC0B-4C2B-999F-53D1DC9F676B}"/>
    <pc:docChg chg="undo custSel addSld delSld modSld sldOrd">
      <pc:chgData name="Chandan Nanda" userId="4610b55d92d247f8" providerId="LiveId" clId="{E78B6602-CC0B-4C2B-999F-53D1DC9F676B}" dt="2026-03-31T06:06:45.319" v="946" actId="404"/>
      <pc:docMkLst>
        <pc:docMk/>
      </pc:docMkLst>
      <pc:sldChg chg="addSp delSp modSp mod">
        <pc:chgData name="Chandan Nanda" userId="4610b55d92d247f8" providerId="LiveId" clId="{E78B6602-CC0B-4C2B-999F-53D1DC9F676B}" dt="2026-03-31T05:56:47.357" v="672" actId="1076"/>
        <pc:sldMkLst>
          <pc:docMk/>
          <pc:sldMk cId="138490592" sldId="256"/>
        </pc:sldMkLst>
        <pc:spChg chg="add mod">
          <ac:chgData name="Chandan Nanda" userId="4610b55d92d247f8" providerId="LiveId" clId="{E78B6602-CC0B-4C2B-999F-53D1DC9F676B}" dt="2026-03-31T05:56:47.357" v="672" actId="1076"/>
          <ac:spMkLst>
            <pc:docMk/>
            <pc:sldMk cId="138490592" sldId="256"/>
            <ac:spMk id="3" creationId="{5CA17244-3A67-DB8D-40D2-FF2A9A6782D7}"/>
          </ac:spMkLst>
        </pc:spChg>
        <pc:spChg chg="mod">
          <ac:chgData name="Chandan Nanda" userId="4610b55d92d247f8" providerId="LiveId" clId="{E78B6602-CC0B-4C2B-999F-53D1DC9F676B}" dt="2026-03-31T05:44:13.508" v="618" actId="14100"/>
          <ac:spMkLst>
            <pc:docMk/>
            <pc:sldMk cId="138490592" sldId="256"/>
            <ac:spMk id="9" creationId="{1A7749C4-FBD4-7410-7501-B039D2B83FF6}"/>
          </ac:spMkLst>
        </pc:spChg>
        <pc:spChg chg="del mod">
          <ac:chgData name="Chandan Nanda" userId="4610b55d92d247f8" providerId="LiveId" clId="{E78B6602-CC0B-4C2B-999F-53D1DC9F676B}" dt="2026-03-31T05:39:58.449" v="583"/>
          <ac:spMkLst>
            <pc:docMk/>
            <pc:sldMk cId="138490592" sldId="256"/>
            <ac:spMk id="11" creationId="{00E187DD-A954-358B-DE19-C35FB88F8492}"/>
          </ac:spMkLst>
        </pc:spChg>
      </pc:sldChg>
      <pc:sldChg chg="addSp delSp modSp mod">
        <pc:chgData name="Chandan Nanda" userId="4610b55d92d247f8" providerId="LiveId" clId="{E78B6602-CC0B-4C2B-999F-53D1DC9F676B}" dt="2026-03-31T06:06:45.319" v="946" actId="404"/>
        <pc:sldMkLst>
          <pc:docMk/>
          <pc:sldMk cId="3367769116" sldId="257"/>
        </pc:sldMkLst>
        <pc:spChg chg="add mod">
          <ac:chgData name="Chandan Nanda" userId="4610b55d92d247f8" providerId="LiveId" clId="{E78B6602-CC0B-4C2B-999F-53D1DC9F676B}" dt="2026-03-31T06:06:45.319" v="946" actId="404"/>
          <ac:spMkLst>
            <pc:docMk/>
            <pc:sldMk cId="3367769116" sldId="257"/>
            <ac:spMk id="4" creationId="{B9CD7356-C4A4-481A-5218-EF986ADC1DA7}"/>
          </ac:spMkLst>
        </pc:spChg>
        <pc:spChg chg="add del mod">
          <ac:chgData name="Chandan Nanda" userId="4610b55d92d247f8" providerId="LiveId" clId="{E78B6602-CC0B-4C2B-999F-53D1DC9F676B}" dt="2026-03-31T05:38:56.375" v="567" actId="478"/>
          <ac:spMkLst>
            <pc:docMk/>
            <pc:sldMk cId="3367769116" sldId="257"/>
            <ac:spMk id="5" creationId="{F48B0DA3-6C57-5C2F-75F4-B44B65646A58}"/>
          </ac:spMkLst>
        </pc:spChg>
        <pc:spChg chg="add mod">
          <ac:chgData name="Chandan Nanda" userId="4610b55d92d247f8" providerId="LiveId" clId="{E78B6602-CC0B-4C2B-999F-53D1DC9F676B}" dt="2026-03-31T06:04:29.487" v="900" actId="20577"/>
          <ac:spMkLst>
            <pc:docMk/>
            <pc:sldMk cId="3367769116" sldId="257"/>
            <ac:spMk id="6" creationId="{94FD78FF-7AA2-DF0B-0667-B741B7D719A4}"/>
          </ac:spMkLst>
        </pc:spChg>
        <pc:spChg chg="add del mod">
          <ac:chgData name="Chandan Nanda" userId="4610b55d92d247f8" providerId="LiveId" clId="{E78B6602-CC0B-4C2B-999F-53D1DC9F676B}" dt="2026-03-31T05:38:42.957" v="561"/>
          <ac:spMkLst>
            <pc:docMk/>
            <pc:sldMk cId="3367769116" sldId="257"/>
            <ac:spMk id="8" creationId="{A1B1CC2C-9BA9-401D-5291-C7DE12A0B239}"/>
          </ac:spMkLst>
        </pc:spChg>
        <pc:picChg chg="mod">
          <ac:chgData name="Chandan Nanda" userId="4610b55d92d247f8" providerId="LiveId" clId="{E78B6602-CC0B-4C2B-999F-53D1DC9F676B}" dt="2026-03-31T06:04:50.686" v="905" actId="1076"/>
          <ac:picMkLst>
            <pc:docMk/>
            <pc:sldMk cId="3367769116" sldId="257"/>
            <ac:picMk id="2" creationId="{53F2B03D-A489-E052-0B3F-EE53A73CC484}"/>
          </ac:picMkLst>
        </pc:picChg>
        <pc:picChg chg="add del mod">
          <ac:chgData name="Chandan Nanda" userId="4610b55d92d247f8" providerId="LiveId" clId="{E78B6602-CC0B-4C2B-999F-53D1DC9F676B}" dt="2026-03-31T06:04:47.999" v="904" actId="478"/>
          <ac:picMkLst>
            <pc:docMk/>
            <pc:sldMk cId="3367769116" sldId="257"/>
            <ac:picMk id="9" creationId="{5DF74708-D6F4-6F1E-8907-422C1CF78433}"/>
          </ac:picMkLst>
        </pc:picChg>
      </pc:sldChg>
      <pc:sldChg chg="addSp delSp modSp mod ord">
        <pc:chgData name="Chandan Nanda" userId="4610b55d92d247f8" providerId="LiveId" clId="{E78B6602-CC0B-4C2B-999F-53D1DC9F676B}" dt="2026-03-31T05:54:24.921" v="669"/>
        <pc:sldMkLst>
          <pc:docMk/>
          <pc:sldMk cId="76556110" sldId="258"/>
        </pc:sldMkLst>
        <pc:spChg chg="del mod">
          <ac:chgData name="Chandan Nanda" userId="4610b55d92d247f8" providerId="LiveId" clId="{E78B6602-CC0B-4C2B-999F-53D1DC9F676B}" dt="2026-03-31T05:25:49.971" v="475"/>
          <ac:spMkLst>
            <pc:docMk/>
            <pc:sldMk cId="76556110" sldId="258"/>
            <ac:spMk id="3" creationId="{4A19C724-BB05-A48F-95AD-3FE76CB2915D}"/>
          </ac:spMkLst>
        </pc:spChg>
        <pc:spChg chg="add mod">
          <ac:chgData name="Chandan Nanda" userId="4610b55d92d247f8" providerId="LiveId" clId="{E78B6602-CC0B-4C2B-999F-53D1DC9F676B}" dt="2026-03-31T05:40:57.403" v="597" actId="1076"/>
          <ac:spMkLst>
            <pc:docMk/>
            <pc:sldMk cId="76556110" sldId="258"/>
            <ac:spMk id="4" creationId="{BD709057-F085-0E85-D597-643546738052}"/>
          </ac:spMkLst>
        </pc:spChg>
        <pc:spChg chg="mod">
          <ac:chgData name="Chandan Nanda" userId="4610b55d92d247f8" providerId="LiveId" clId="{E78B6602-CC0B-4C2B-999F-53D1DC9F676B}" dt="2026-03-31T05:41:01.686" v="598" actId="2710"/>
          <ac:spMkLst>
            <pc:docMk/>
            <pc:sldMk cId="76556110" sldId="258"/>
            <ac:spMk id="5" creationId="{D26ACC95-719F-E678-D5F1-78F4A6BB1213}"/>
          </ac:spMkLst>
        </pc:spChg>
      </pc:sldChg>
      <pc:sldChg chg="addSp delSp modSp mod ord">
        <pc:chgData name="Chandan Nanda" userId="4610b55d92d247f8" providerId="LiveId" clId="{E78B6602-CC0B-4C2B-999F-53D1DC9F676B}" dt="2026-03-31T06:01:03.751" v="782" actId="1076"/>
        <pc:sldMkLst>
          <pc:docMk/>
          <pc:sldMk cId="3252117897" sldId="259"/>
        </pc:sldMkLst>
        <pc:spChg chg="del mod">
          <ac:chgData name="Chandan Nanda" userId="4610b55d92d247f8" providerId="LiveId" clId="{E78B6602-CC0B-4C2B-999F-53D1DC9F676B}" dt="2026-03-31T05:27:20.247" v="489"/>
          <ac:spMkLst>
            <pc:docMk/>
            <pc:sldMk cId="3252117897" sldId="259"/>
            <ac:spMk id="3" creationId="{01CFBC65-32C8-B3A8-097A-44B5B47278D8}"/>
          </ac:spMkLst>
        </pc:spChg>
        <pc:spChg chg="add mod">
          <ac:chgData name="Chandan Nanda" userId="4610b55d92d247f8" providerId="LiveId" clId="{E78B6602-CC0B-4C2B-999F-53D1DC9F676B}" dt="2026-03-31T06:00:35.298" v="776" actId="1076"/>
          <ac:spMkLst>
            <pc:docMk/>
            <pc:sldMk cId="3252117897" sldId="259"/>
            <ac:spMk id="4" creationId="{BB81F75A-3EFD-73E3-8F75-6B7AFE48B3C6}"/>
          </ac:spMkLst>
        </pc:spChg>
        <pc:spChg chg="del mod">
          <ac:chgData name="Chandan Nanda" userId="4610b55d92d247f8" providerId="LiveId" clId="{E78B6602-CC0B-4C2B-999F-53D1DC9F676B}" dt="2026-03-31T05:27:20.248" v="491"/>
          <ac:spMkLst>
            <pc:docMk/>
            <pc:sldMk cId="3252117897" sldId="259"/>
            <ac:spMk id="5" creationId="{E90128E1-F79A-7E5B-0562-BDC2BE0638BB}"/>
          </ac:spMkLst>
        </pc:spChg>
        <pc:spChg chg="add mod">
          <ac:chgData name="Chandan Nanda" userId="4610b55d92d247f8" providerId="LiveId" clId="{E78B6602-CC0B-4C2B-999F-53D1DC9F676B}" dt="2026-03-31T06:01:03.751" v="782" actId="1076"/>
          <ac:spMkLst>
            <pc:docMk/>
            <pc:sldMk cId="3252117897" sldId="259"/>
            <ac:spMk id="8" creationId="{F0F5C7BC-D470-FDC9-E0A8-E3F4E6A39B4A}"/>
          </ac:spMkLst>
        </pc:spChg>
        <pc:picChg chg="add mod">
          <ac:chgData name="Chandan Nanda" userId="4610b55d92d247f8" providerId="LiveId" clId="{E78B6602-CC0B-4C2B-999F-53D1DC9F676B}" dt="2026-03-31T06:00:51.859" v="781" actId="14100"/>
          <ac:picMkLst>
            <pc:docMk/>
            <pc:sldMk cId="3252117897" sldId="259"/>
            <ac:picMk id="9" creationId="{FE0F4627-E43A-8C13-90F3-251516F6BD94}"/>
          </ac:picMkLst>
        </pc:picChg>
        <pc:picChg chg="add mod">
          <ac:chgData name="Chandan Nanda" userId="4610b55d92d247f8" providerId="LiveId" clId="{E78B6602-CC0B-4C2B-999F-53D1DC9F676B}" dt="2026-03-31T06:00:44.229" v="779" actId="1076"/>
          <ac:picMkLst>
            <pc:docMk/>
            <pc:sldMk cId="3252117897" sldId="259"/>
            <ac:picMk id="10" creationId="{562AA7B1-0878-ABBC-3BFF-B37C99AC9DE2}"/>
          </ac:picMkLst>
        </pc:picChg>
      </pc:sldChg>
      <pc:sldChg chg="del">
        <pc:chgData name="Chandan Nanda" userId="4610b55d92d247f8" providerId="LiveId" clId="{E78B6602-CC0B-4C2B-999F-53D1DC9F676B}" dt="2026-03-31T05:44:53.544" v="619" actId="47"/>
        <pc:sldMkLst>
          <pc:docMk/>
          <pc:sldMk cId="1350013570" sldId="260"/>
        </pc:sldMkLst>
      </pc:sldChg>
      <pc:sldChg chg="addSp modSp mod">
        <pc:chgData name="Chandan Nanda" userId="4610b55d92d247f8" providerId="LiveId" clId="{E78B6602-CC0B-4C2B-999F-53D1DC9F676B}" dt="2026-03-31T06:00:13.129" v="774" actId="2710"/>
        <pc:sldMkLst>
          <pc:docMk/>
          <pc:sldMk cId="3337091566" sldId="261"/>
        </pc:sldMkLst>
        <pc:spChg chg="add mod">
          <ac:chgData name="Chandan Nanda" userId="4610b55d92d247f8" providerId="LiveId" clId="{E78B6602-CC0B-4C2B-999F-53D1DC9F676B}" dt="2026-03-31T06:00:13.129" v="774" actId="2710"/>
          <ac:spMkLst>
            <pc:docMk/>
            <pc:sldMk cId="3337091566" sldId="261"/>
            <ac:spMk id="5" creationId="{13E3A33B-8F71-8964-C06E-85DEEBC32776}"/>
          </ac:spMkLst>
        </pc:spChg>
      </pc:sldChg>
      <pc:sldChg chg="addSp delSp modSp mod ord">
        <pc:chgData name="Chandan Nanda" userId="4610b55d92d247f8" providerId="LiveId" clId="{E78B6602-CC0B-4C2B-999F-53D1DC9F676B}" dt="2026-03-31T05:59:02.172" v="733" actId="20578"/>
        <pc:sldMkLst>
          <pc:docMk/>
          <pc:sldMk cId="4272470692" sldId="262"/>
        </pc:sldMkLst>
        <pc:spChg chg="add mod">
          <ac:chgData name="Chandan Nanda" userId="4610b55d92d247f8" providerId="LiveId" clId="{E78B6602-CC0B-4C2B-999F-53D1DC9F676B}" dt="2026-03-31T05:40:35.888" v="592" actId="1076"/>
          <ac:spMkLst>
            <pc:docMk/>
            <pc:sldMk cId="4272470692" sldId="262"/>
            <ac:spMk id="3" creationId="{879E3446-AE86-A6C8-F167-D2FBEB0E04E5}"/>
          </ac:spMkLst>
        </pc:spChg>
        <pc:spChg chg="mod">
          <ac:chgData name="Chandan Nanda" userId="4610b55d92d247f8" providerId="LiveId" clId="{E78B6602-CC0B-4C2B-999F-53D1DC9F676B}" dt="2026-03-31T05:40:32.015" v="591" actId="1076"/>
          <ac:spMkLst>
            <pc:docMk/>
            <pc:sldMk cId="4272470692" sldId="262"/>
            <ac:spMk id="7" creationId="{8E52C8C6-0839-4977-A4C3-3719C6A2B9DD}"/>
          </ac:spMkLst>
        </pc:spChg>
        <pc:spChg chg="del mod">
          <ac:chgData name="Chandan Nanda" userId="4610b55d92d247f8" providerId="LiveId" clId="{E78B6602-CC0B-4C2B-999F-53D1DC9F676B}" dt="2026-03-31T05:22:50.677" v="400"/>
          <ac:spMkLst>
            <pc:docMk/>
            <pc:sldMk cId="4272470692" sldId="262"/>
            <ac:spMk id="9" creationId="{A3E85856-0779-DC1F-D052-87DFA6CB5948}"/>
          </ac:spMkLst>
        </pc:spChg>
        <pc:picChg chg="add mod">
          <ac:chgData name="Chandan Nanda" userId="4610b55d92d247f8" providerId="LiveId" clId="{E78B6602-CC0B-4C2B-999F-53D1DC9F676B}" dt="2026-03-31T05:40:42.374" v="595" actId="14100"/>
          <ac:picMkLst>
            <pc:docMk/>
            <pc:sldMk cId="4272470692" sldId="262"/>
            <ac:picMk id="4" creationId="{B70A95D2-C7EE-8079-B925-172D0BE59950}"/>
          </ac:picMkLst>
        </pc:picChg>
      </pc:sldChg>
      <pc:sldChg chg="addSp delSp modSp mod">
        <pc:chgData name="Chandan Nanda" userId="4610b55d92d247f8" providerId="LiveId" clId="{E78B6602-CC0B-4C2B-999F-53D1DC9F676B}" dt="2026-03-31T05:45:21.111" v="625" actId="14100"/>
        <pc:sldMkLst>
          <pc:docMk/>
          <pc:sldMk cId="3809791037" sldId="264"/>
        </pc:sldMkLst>
        <pc:spChg chg="del">
          <ac:chgData name="Chandan Nanda" userId="4610b55d92d247f8" providerId="LiveId" clId="{E78B6602-CC0B-4C2B-999F-53D1DC9F676B}" dt="2026-03-31T05:35:26.905" v="522" actId="478"/>
          <ac:spMkLst>
            <pc:docMk/>
            <pc:sldMk cId="3809791037" sldId="264"/>
            <ac:spMk id="3" creationId="{DF853428-0856-3E9C-0FC4-57F893B2932F}"/>
          </ac:spMkLst>
        </pc:spChg>
        <pc:spChg chg="add mod">
          <ac:chgData name="Chandan Nanda" userId="4610b55d92d247f8" providerId="LiveId" clId="{E78B6602-CC0B-4C2B-999F-53D1DC9F676B}" dt="2026-03-31T05:45:21.111" v="625" actId="14100"/>
          <ac:spMkLst>
            <pc:docMk/>
            <pc:sldMk cId="3809791037" sldId="264"/>
            <ac:spMk id="4" creationId="{569590DE-0676-E151-BDA9-067D771703F5}"/>
          </ac:spMkLst>
        </pc:spChg>
        <pc:spChg chg="del">
          <ac:chgData name="Chandan Nanda" userId="4610b55d92d247f8" providerId="LiveId" clId="{E78B6602-CC0B-4C2B-999F-53D1DC9F676B}" dt="2026-03-31T05:35:26.905" v="522" actId="478"/>
          <ac:spMkLst>
            <pc:docMk/>
            <pc:sldMk cId="3809791037" sldId="264"/>
            <ac:spMk id="5" creationId="{3166F5EC-228A-A66D-1CE5-F4B84CA951FA}"/>
          </ac:spMkLst>
        </pc:spChg>
        <pc:spChg chg="add mod">
          <ac:chgData name="Chandan Nanda" userId="4610b55d92d247f8" providerId="LiveId" clId="{E78B6602-CC0B-4C2B-999F-53D1DC9F676B}" dt="2026-03-31T05:35:59.445" v="539" actId="115"/>
          <ac:spMkLst>
            <pc:docMk/>
            <pc:sldMk cId="3809791037" sldId="264"/>
            <ac:spMk id="8" creationId="{B8DFB184-5D78-F3EF-01F7-5331395E5E42}"/>
          </ac:spMkLst>
        </pc:spChg>
        <pc:picChg chg="del">
          <ac:chgData name="Chandan Nanda" userId="4610b55d92d247f8" providerId="LiveId" clId="{E78B6602-CC0B-4C2B-999F-53D1DC9F676B}" dt="2026-03-31T05:35:26.905" v="522" actId="478"/>
          <ac:picMkLst>
            <pc:docMk/>
            <pc:sldMk cId="3809791037" sldId="264"/>
            <ac:picMk id="6" creationId="{9DCF770E-1069-18B5-B71B-5E85DE435B06}"/>
          </ac:picMkLst>
        </pc:picChg>
      </pc:sldChg>
      <pc:sldChg chg="del ord">
        <pc:chgData name="Chandan Nanda" userId="4610b55d92d247f8" providerId="LiveId" clId="{E78B6602-CC0B-4C2B-999F-53D1DC9F676B}" dt="2026-03-31T06:00:29.463" v="775" actId="2696"/>
        <pc:sldMkLst>
          <pc:docMk/>
          <pc:sldMk cId="1492308503" sldId="265"/>
        </pc:sldMkLst>
      </pc:sldChg>
      <pc:sldChg chg="addSp delSp modSp add mod ord">
        <pc:chgData name="Chandan Nanda" userId="4610b55d92d247f8" providerId="LiveId" clId="{E78B6602-CC0B-4C2B-999F-53D1DC9F676B}" dt="2026-03-31T05:54:17.925" v="667"/>
        <pc:sldMkLst>
          <pc:docMk/>
          <pc:sldMk cId="1111829351" sldId="266"/>
        </pc:sldMkLst>
        <pc:spChg chg="mod">
          <ac:chgData name="Chandan Nanda" userId="4610b55d92d247f8" providerId="LiveId" clId="{E78B6602-CC0B-4C2B-999F-53D1DC9F676B}" dt="2026-03-31T05:52:27.827" v="660" actId="1076"/>
          <ac:spMkLst>
            <pc:docMk/>
            <pc:sldMk cId="1111829351" sldId="266"/>
            <ac:spMk id="3" creationId="{1741EE23-BEEA-704A-B967-3979DB97324F}"/>
          </ac:spMkLst>
        </pc:spChg>
        <pc:spChg chg="add mod">
          <ac:chgData name="Chandan Nanda" userId="4610b55d92d247f8" providerId="LiveId" clId="{E78B6602-CC0B-4C2B-999F-53D1DC9F676B}" dt="2026-03-31T05:50:18.829" v="645" actId="115"/>
          <ac:spMkLst>
            <pc:docMk/>
            <pc:sldMk cId="1111829351" sldId="266"/>
            <ac:spMk id="4" creationId="{F277D585-4F58-D4A9-C3DB-3AD039F85003}"/>
          </ac:spMkLst>
        </pc:spChg>
        <pc:spChg chg="del mod">
          <ac:chgData name="Chandan Nanda" userId="4610b55d92d247f8" providerId="LiveId" clId="{E78B6602-CC0B-4C2B-999F-53D1DC9F676B}" dt="2026-03-31T05:50:08.524" v="642"/>
          <ac:spMkLst>
            <pc:docMk/>
            <pc:sldMk cId="1111829351" sldId="266"/>
            <ac:spMk id="9" creationId="{5A92208F-07A7-71FC-BE23-C8164884A0C6}"/>
          </ac:spMkLst>
        </pc:spChg>
        <pc:spChg chg="del mod">
          <ac:chgData name="Chandan Nanda" userId="4610b55d92d247f8" providerId="LiveId" clId="{E78B6602-CC0B-4C2B-999F-53D1DC9F676B}" dt="2026-03-31T05:20:33.807" v="387"/>
          <ac:spMkLst>
            <pc:docMk/>
            <pc:sldMk cId="1111829351" sldId="266"/>
            <ac:spMk id="11" creationId="{1BE71A83-FB77-2642-780A-2E33D02E4B36}"/>
          </ac:spMkLst>
        </pc:spChg>
      </pc:sldChg>
      <pc:sldChg chg="modSp add mod ord">
        <pc:chgData name="Chandan Nanda" userId="4610b55d92d247f8" providerId="LiveId" clId="{E78B6602-CC0B-4C2B-999F-53D1DC9F676B}" dt="2026-03-31T05:51:51.190" v="659" actId="1076"/>
        <pc:sldMkLst>
          <pc:docMk/>
          <pc:sldMk cId="734278299" sldId="267"/>
        </pc:sldMkLst>
        <pc:spChg chg="mod">
          <ac:chgData name="Chandan Nanda" userId="4610b55d92d247f8" providerId="LiveId" clId="{E78B6602-CC0B-4C2B-999F-53D1DC9F676B}" dt="2026-03-31T05:51:51.190" v="659" actId="1076"/>
          <ac:spMkLst>
            <pc:docMk/>
            <pc:sldMk cId="734278299" sldId="267"/>
            <ac:spMk id="3" creationId="{24C40041-C113-39EF-09B1-3538F8824D3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3/31/2026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3/31/2026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3/31/2026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3/31/2026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3/31/2026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3/31/2026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3/31/2026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3/31/2026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D6EF2-E54A-E720-A482-3CCE4C2CFB6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3F2B03D-A489-E052-0B3F-EE53A73CC48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273" b="96853" l="10000" r="90000">
                        <a14:foregroundMark x1="27333" y1="75175" x2="27333" y2="75175"/>
                        <a14:foregroundMark x1="32667" y1="71853" x2="32667" y2="71853"/>
                        <a14:foregroundMark x1="34778" y1="80070" x2="34778" y2="80070"/>
                        <a14:foregroundMark x1="33333" y1="80944" x2="33333" y2="80944"/>
                        <a14:foregroundMark x1="40889" y1="78497" x2="40889" y2="78497"/>
                        <a14:foregroundMark x1="46556" y1="80769" x2="46556" y2="80769"/>
                        <a14:foregroundMark x1="47222" y1="6993" x2="47222" y2="6993"/>
                        <a14:foregroundMark x1="50889" y1="2273" x2="50889" y2="2273"/>
                        <a14:foregroundMark x1="60000" y1="75874" x2="60000" y2="75874"/>
                        <a14:foregroundMark x1="57667" y1="75874" x2="57667" y2="75874"/>
                        <a14:foregroundMark x1="57778" y1="75175" x2="57778" y2="75175"/>
                        <a14:foregroundMark x1="55667" y1="75874" x2="55667" y2="75874"/>
                        <a14:foregroundMark x1="60111" y1="71154" x2="60111" y2="71154"/>
                        <a14:foregroundMark x1="62667" y1="77622" x2="62667" y2="77622"/>
                        <a14:foregroundMark x1="66889" y1="77797" x2="66889" y2="77797"/>
                        <a14:foregroundMark x1="69556" y1="77797" x2="69556" y2="77797"/>
                        <a14:foregroundMark x1="72667" y1="77797" x2="72667" y2="77797"/>
                        <a14:foregroundMark x1="69667" y1="85664" x2="69667" y2="85664"/>
                        <a14:foregroundMark x1="64667" y1="85664" x2="64667" y2="85664"/>
                        <a14:foregroundMark x1="62889" y1="85664" x2="62889" y2="85664"/>
                        <a14:foregroundMark x1="61000" y1="85664" x2="61000" y2="85664"/>
                        <a14:foregroundMark x1="58444" y1="85664" x2="58444" y2="85664"/>
                        <a14:foregroundMark x1="50000" y1="79021" x2="50000" y2="79021"/>
                        <a14:foregroundMark x1="55889" y1="80070" x2="55889" y2="80070"/>
                        <a14:foregroundMark x1="53000" y1="78671" x2="53000" y2="78671"/>
                        <a14:foregroundMark x1="43889" y1="77622" x2="43889" y2="77622"/>
                        <a14:foregroundMark x1="42889" y1="91434" x2="42889" y2="91434"/>
                        <a14:foregroundMark x1="43333" y1="92483" x2="43333" y2="92483"/>
                        <a14:foregroundMark x1="36000" y1="81294" x2="36000" y2="81294"/>
                        <a14:foregroundMark x1="28222" y1="89510" x2="28222" y2="89510"/>
                        <a14:foregroundMark x1="32444" y1="93881" x2="32444" y2="93881"/>
                        <a14:foregroundMark x1="35333" y1="92133" x2="35333" y2="92133"/>
                        <a14:foregroundMark x1="36222" y1="92308" x2="36222" y2="92308"/>
                        <a14:foregroundMark x1="38222" y1="90035" x2="38222" y2="90035"/>
                        <a14:foregroundMark x1="40333" y1="90734" x2="40333" y2="90734"/>
                        <a14:foregroundMark x1="40333" y1="91608" x2="40333" y2="91608"/>
                        <a14:foregroundMark x1="40667" y1="96503" x2="40667" y2="96503"/>
                        <a14:foregroundMark x1="48556" y1="93531" x2="48556" y2="93531"/>
                        <a14:foregroundMark x1="53444" y1="93706" x2="53444" y2="93706"/>
                        <a14:foregroundMark x1="54778" y1="94231" x2="54778" y2="94231"/>
                        <a14:foregroundMark x1="58333" y1="92483" x2="58333" y2="92483"/>
                        <a14:foregroundMark x1="63111" y1="92832" x2="63111" y2="92832"/>
                        <a14:foregroundMark x1="58667" y1="93182" x2="58667" y2="93182"/>
                        <a14:foregroundMark x1="58111" y1="96853" x2="58111" y2="96853"/>
                        <a14:foregroundMark x1="67889" y1="90909" x2="67889" y2="90909"/>
                        <a14:foregroundMark x1="70778" y1="90385" x2="70778" y2="90385"/>
                        <a14:foregroundMark x1="73778" y1="89860" x2="73778" y2="89860"/>
                        <a14:foregroundMark x1="73333" y1="91434" x2="73333" y2="91434"/>
                        <a14:foregroundMark x1="73000" y1="91783" x2="73000" y2="91783"/>
                        <a14:foregroundMark x1="72667" y1="92133" x2="72667" y2="92133"/>
                      </a14:backgroundRemoval>
                    </a14:imgEffect>
                  </a14:imgLayer>
                </a14:imgProps>
              </a:ext>
              <a:ext uri="{28A0092B-C50C-407E-A947-70E740481C1C}">
                <a14:useLocalDpi xmlns:a14="http://schemas.microsoft.com/office/drawing/2010/main" val="0"/>
              </a:ext>
            </a:extLst>
          </a:blip>
          <a:stretch>
            <a:fillRect/>
          </a:stretch>
        </p:blipFill>
        <p:spPr>
          <a:xfrm>
            <a:off x="4879157" y="429092"/>
            <a:ext cx="3206509" cy="1832448"/>
          </a:xfrm>
          <a:prstGeom prst="rect">
            <a:avLst/>
          </a:prstGeom>
        </p:spPr>
      </p:pic>
      <p:sp>
        <p:nvSpPr>
          <p:cNvPr id="4" name="TextBox 3">
            <a:extLst>
              <a:ext uri="{FF2B5EF4-FFF2-40B4-BE49-F238E27FC236}">
                <a16:creationId xmlns:a16="http://schemas.microsoft.com/office/drawing/2014/main" id="{B9CD7356-C4A4-481A-5218-EF986ADC1DA7}"/>
              </a:ext>
            </a:extLst>
          </p:cNvPr>
          <p:cNvSpPr txBox="1"/>
          <p:nvPr/>
        </p:nvSpPr>
        <p:spPr>
          <a:xfrm>
            <a:off x="3313927" y="2335480"/>
            <a:ext cx="6151032" cy="892552"/>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A Presentation on</a:t>
            </a:r>
          </a:p>
          <a:p>
            <a:pPr algn="ctr"/>
            <a:r>
              <a:rPr lang="en-US" sz="2800" b="1" dirty="0">
                <a:latin typeface="Times New Roman" panose="02020603050405020304" pitchFamily="18" charset="0"/>
                <a:cs typeface="Times New Roman" panose="02020603050405020304" pitchFamily="18" charset="0"/>
              </a:rPr>
              <a:t>Weather Forecasting-AI </a:t>
            </a:r>
          </a:p>
        </p:txBody>
      </p:sp>
      <p:sp>
        <p:nvSpPr>
          <p:cNvPr id="6" name="TextBox 5">
            <a:extLst>
              <a:ext uri="{FF2B5EF4-FFF2-40B4-BE49-F238E27FC236}">
                <a16:creationId xmlns:a16="http://schemas.microsoft.com/office/drawing/2014/main" id="{94FD78FF-7AA2-DF0B-0667-B741B7D719A4}"/>
              </a:ext>
            </a:extLst>
          </p:cNvPr>
          <p:cNvSpPr txBox="1"/>
          <p:nvPr/>
        </p:nvSpPr>
        <p:spPr>
          <a:xfrm>
            <a:off x="3192477" y="3289587"/>
            <a:ext cx="6151032" cy="3139321"/>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Presented By:</a:t>
            </a:r>
          </a:p>
          <a:p>
            <a:pPr algn="ctr"/>
            <a:r>
              <a:rPr lang="en-US" dirty="0">
                <a:latin typeface="Times New Roman" panose="02020603050405020304" pitchFamily="18" charset="0"/>
                <a:cs typeface="Times New Roman" panose="02020603050405020304" pitchFamily="18" charset="0"/>
              </a:rPr>
              <a:t>Annada Prasad Parida-230301121552</a:t>
            </a:r>
          </a:p>
          <a:p>
            <a:pPr algn="ctr"/>
            <a:r>
              <a:rPr lang="en-US" dirty="0">
                <a:latin typeface="Times New Roman" panose="02020603050405020304" pitchFamily="18" charset="0"/>
                <a:cs typeface="Times New Roman" panose="02020603050405020304" pitchFamily="18" charset="0"/>
              </a:rPr>
              <a:t>Shubhankar Parida-230301121567</a:t>
            </a:r>
          </a:p>
          <a:p>
            <a:pPr algn="ctr"/>
            <a:r>
              <a:rPr lang="en-US" dirty="0">
                <a:latin typeface="Times New Roman" panose="02020603050405020304" pitchFamily="18" charset="0"/>
                <a:cs typeface="Times New Roman" panose="02020603050405020304" pitchFamily="18" charset="0"/>
              </a:rPr>
              <a:t>Chandan Kumar Nanda -230301121573</a:t>
            </a: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Department of computer science Engineering</a:t>
            </a:r>
          </a:p>
          <a:p>
            <a:pPr algn="ctr"/>
            <a:endParaRPr lang="en-US" b="1" dirty="0">
              <a:latin typeface="Times New Roman" panose="02020603050405020304" pitchFamily="18" charset="0"/>
              <a:cs typeface="Times New Roman" panose="02020603050405020304" pitchFamily="18" charset="0"/>
            </a:endParaRPr>
          </a:p>
          <a:p>
            <a:pPr algn="ctr"/>
            <a:endParaRPr lang="en-US" b="1"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 </a:t>
            </a:r>
          </a:p>
          <a:p>
            <a:pPr algn="ct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367769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F43DC-A820-C08A-500E-DF5C706B2E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C4D153-4FEF-84B4-792C-273D90D451CA}"/>
              </a:ext>
            </a:extLst>
          </p:cNvPr>
          <p:cNvSpPr txBox="1"/>
          <p:nvPr/>
        </p:nvSpPr>
        <p:spPr>
          <a:xfrm>
            <a:off x="4482296" y="1163783"/>
            <a:ext cx="6094070" cy="584775"/>
          </a:xfrm>
          <a:prstGeom prst="rect">
            <a:avLst/>
          </a:prstGeom>
          <a:noFill/>
        </p:spPr>
        <p:txBody>
          <a:bodyPr wrap="square">
            <a:spAutoFit/>
          </a:bodyPr>
          <a:lstStyle/>
          <a:p>
            <a:r>
              <a:rPr lang="en-US" sz="1800" b="1" dirty="0">
                <a:solidFill>
                  <a:srgbClr val="303870"/>
                </a:solidFill>
                <a:latin typeface="Agrandir Wide Bold"/>
                <a:ea typeface="Agrandir Wide Bold"/>
                <a:cs typeface="Agrandir Wide Bold"/>
                <a:sym typeface="Agrandir Wide Bold"/>
              </a:rPr>
              <a:t> </a:t>
            </a:r>
            <a:r>
              <a:rPr lang="en-US" sz="3200" b="1" u="sng" dirty="0">
                <a:solidFill>
                  <a:srgbClr val="303870"/>
                </a:solidFill>
                <a:latin typeface="Times New Roman" panose="02020603050405020304" pitchFamily="18" charset="0"/>
                <a:ea typeface="Agrandir Wide Bold"/>
                <a:cs typeface="Times New Roman" panose="02020603050405020304" pitchFamily="18" charset="0"/>
                <a:sym typeface="Agrandir Wide Bold"/>
              </a:rPr>
              <a:t>CONTENTS</a:t>
            </a:r>
            <a:endParaRPr lang="en-US" u="s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4A44DBD-E87C-04D2-2EC1-745DD24682B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273" b="96853" l="10000" r="90000">
                        <a14:foregroundMark x1="27333" y1="75175" x2="27333" y2="75175"/>
                        <a14:foregroundMark x1="32667" y1="71853" x2="32667" y2="71853"/>
                        <a14:foregroundMark x1="34778" y1="80070" x2="34778" y2="80070"/>
                        <a14:foregroundMark x1="33333" y1="80944" x2="33333" y2="80944"/>
                        <a14:foregroundMark x1="40889" y1="78497" x2="40889" y2="78497"/>
                        <a14:foregroundMark x1="46556" y1="80769" x2="46556" y2="80769"/>
                        <a14:foregroundMark x1="47222" y1="6993" x2="47222" y2="6993"/>
                        <a14:foregroundMark x1="50889" y1="2273" x2="50889" y2="2273"/>
                        <a14:foregroundMark x1="60000" y1="75874" x2="60000" y2="75874"/>
                        <a14:foregroundMark x1="57667" y1="75874" x2="57667" y2="75874"/>
                        <a14:foregroundMark x1="57778" y1="75175" x2="57778" y2="75175"/>
                        <a14:foregroundMark x1="55667" y1="75874" x2="55667" y2="75874"/>
                        <a14:foregroundMark x1="60111" y1="71154" x2="60111" y2="71154"/>
                        <a14:foregroundMark x1="62667" y1="77622" x2="62667" y2="77622"/>
                        <a14:foregroundMark x1="66889" y1="77797" x2="66889" y2="77797"/>
                        <a14:foregroundMark x1="69556" y1="77797" x2="69556" y2="77797"/>
                        <a14:foregroundMark x1="72667" y1="77797" x2="72667" y2="77797"/>
                        <a14:foregroundMark x1="69667" y1="85664" x2="69667" y2="85664"/>
                        <a14:foregroundMark x1="64667" y1="85664" x2="64667" y2="85664"/>
                        <a14:foregroundMark x1="62889" y1="85664" x2="62889" y2="85664"/>
                        <a14:foregroundMark x1="61000" y1="85664" x2="61000" y2="85664"/>
                        <a14:foregroundMark x1="58444" y1="85664" x2="58444" y2="85664"/>
                        <a14:foregroundMark x1="50000" y1="79021" x2="50000" y2="79021"/>
                        <a14:foregroundMark x1="55889" y1="80070" x2="55889" y2="80070"/>
                        <a14:foregroundMark x1="53000" y1="78671" x2="53000" y2="78671"/>
                        <a14:foregroundMark x1="43889" y1="77622" x2="43889" y2="77622"/>
                        <a14:foregroundMark x1="42889" y1="91434" x2="42889" y2="91434"/>
                        <a14:foregroundMark x1="43333" y1="92483" x2="43333" y2="92483"/>
                        <a14:foregroundMark x1="36000" y1="81294" x2="36000" y2="81294"/>
                        <a14:foregroundMark x1="28222" y1="89510" x2="28222" y2="89510"/>
                        <a14:foregroundMark x1="32444" y1="93881" x2="32444" y2="93881"/>
                        <a14:foregroundMark x1="35333" y1="92133" x2="35333" y2="92133"/>
                        <a14:foregroundMark x1="36222" y1="92308" x2="36222" y2="92308"/>
                        <a14:foregroundMark x1="38222" y1="90035" x2="38222" y2="90035"/>
                        <a14:foregroundMark x1="40333" y1="90734" x2="40333" y2="90734"/>
                        <a14:foregroundMark x1="40333" y1="91608" x2="40333" y2="91608"/>
                        <a14:foregroundMark x1="40667" y1="96503" x2="40667" y2="96503"/>
                        <a14:foregroundMark x1="48556" y1="93531" x2="48556" y2="93531"/>
                        <a14:foregroundMark x1="53444" y1="93706" x2="53444" y2="93706"/>
                        <a14:foregroundMark x1="54778" y1="94231" x2="54778" y2="94231"/>
                        <a14:foregroundMark x1="58333" y1="92483" x2="58333" y2="92483"/>
                        <a14:foregroundMark x1="63111" y1="92832" x2="63111" y2="92832"/>
                        <a14:foregroundMark x1="58667" y1="93182" x2="58667" y2="93182"/>
                        <a14:foregroundMark x1="58111" y1="96853" x2="58111" y2="96853"/>
                        <a14:foregroundMark x1="67889" y1="90909" x2="67889" y2="90909"/>
                        <a14:foregroundMark x1="70778" y1="90385" x2="70778" y2="90385"/>
                        <a14:foregroundMark x1="73778" y1="89860" x2="73778" y2="89860"/>
                        <a14:foregroundMark x1="73333" y1="91434" x2="73333" y2="91434"/>
                        <a14:foregroundMark x1="73000" y1="91783" x2="73000" y2="91783"/>
                        <a14:foregroundMark x1="72667" y1="92133" x2="72667" y2="92133"/>
                      </a14:backgroundRemoval>
                    </a14:imgEffect>
                  </a14:imgLayer>
                </a14:imgProps>
              </a:ext>
              <a:ext uri="{28A0092B-C50C-407E-A947-70E740481C1C}">
                <a14:useLocalDpi xmlns:a14="http://schemas.microsoft.com/office/drawing/2010/main" val="0"/>
              </a:ext>
            </a:extLst>
          </a:blip>
          <a:stretch>
            <a:fillRect/>
          </a:stretch>
        </p:blipFill>
        <p:spPr>
          <a:xfrm>
            <a:off x="10576366" y="68293"/>
            <a:ext cx="1723672" cy="1095490"/>
          </a:xfrm>
          <a:prstGeom prst="rect">
            <a:avLst/>
          </a:prstGeom>
        </p:spPr>
      </p:pic>
      <p:sp>
        <p:nvSpPr>
          <p:cNvPr id="5" name="TextBox 4">
            <a:extLst>
              <a:ext uri="{FF2B5EF4-FFF2-40B4-BE49-F238E27FC236}">
                <a16:creationId xmlns:a16="http://schemas.microsoft.com/office/drawing/2014/main" id="{13E3A33B-8F71-8964-C06E-85DEEBC32776}"/>
              </a:ext>
            </a:extLst>
          </p:cNvPr>
          <p:cNvSpPr txBox="1"/>
          <p:nvPr/>
        </p:nvSpPr>
        <p:spPr>
          <a:xfrm>
            <a:off x="2525486" y="2044728"/>
            <a:ext cx="6148250" cy="2954655"/>
          </a:xfrm>
          <a:prstGeom prst="rect">
            <a:avLst/>
          </a:prstGeom>
          <a:noFill/>
        </p:spPr>
        <p:txBody>
          <a:bodyPr wrap="square">
            <a:spAutoFit/>
          </a:bodyPr>
          <a:lstStyle/>
          <a:p>
            <a:pPr marL="285750" indent="-285750">
              <a:lnSpc>
                <a:spcPct val="150000"/>
              </a:lnSpc>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INTRODUCTION</a:t>
            </a:r>
          </a:p>
          <a:p>
            <a:pPr marL="285750" indent="-285750">
              <a:lnSpc>
                <a:spcPct val="150000"/>
              </a:lnSpc>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OBJECTIVE</a:t>
            </a:r>
          </a:p>
          <a:p>
            <a:pPr marL="285750" indent="-285750">
              <a:lnSpc>
                <a:spcPct val="150000"/>
              </a:lnSpc>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SYSTEM OVERVIEW</a:t>
            </a:r>
          </a:p>
          <a:p>
            <a:pPr marL="285750" indent="-285750">
              <a:lnSpc>
                <a:spcPct val="150000"/>
              </a:lnSpc>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FEATURES</a:t>
            </a:r>
          </a:p>
          <a:p>
            <a:pPr marL="285750" indent="-285750">
              <a:lnSpc>
                <a:spcPct val="150000"/>
              </a:lnSpc>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FEATURE MODEL</a:t>
            </a:r>
          </a:p>
          <a:p>
            <a:pPr marL="285750" indent="-285750">
              <a:lnSpc>
                <a:spcPct val="150000"/>
              </a:lnSpc>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FLOW CHART &amp; LIBRARIES</a:t>
            </a:r>
          </a:p>
          <a:p>
            <a:pPr marL="285750" indent="-285750">
              <a:lnSpc>
                <a:spcPct val="150000"/>
              </a:lnSpc>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CONCLUSION</a:t>
            </a:r>
          </a:p>
          <a:p>
            <a:pPr algn="ctr"/>
            <a:r>
              <a:rPr lang="en-US"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33709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A7749C4-FBD4-7410-7501-B039D2B83FF6}"/>
              </a:ext>
            </a:extLst>
          </p:cNvPr>
          <p:cNvSpPr txBox="1"/>
          <p:nvPr/>
        </p:nvSpPr>
        <p:spPr>
          <a:xfrm>
            <a:off x="1413933" y="2228671"/>
            <a:ext cx="9304867" cy="128804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Weather forecasting platforms play a vital role in modern society by helping people make informed decisions in their daily lives. Accurate weather predictions allow individuals to plan activities such as travel, farming, outdoor events, and work schedules.</a:t>
            </a:r>
          </a:p>
        </p:txBody>
      </p:sp>
      <p:pic>
        <p:nvPicPr>
          <p:cNvPr id="12" name="Picture 11">
            <a:extLst>
              <a:ext uri="{FF2B5EF4-FFF2-40B4-BE49-F238E27FC236}">
                <a16:creationId xmlns:a16="http://schemas.microsoft.com/office/drawing/2014/main" id="{10EF7388-8C03-87C9-FF85-EBE7EBABBEC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273" b="96853" l="10000" r="90000">
                        <a14:foregroundMark x1="27333" y1="75175" x2="27333" y2="75175"/>
                        <a14:foregroundMark x1="32667" y1="71853" x2="32667" y2="71853"/>
                        <a14:foregroundMark x1="34778" y1="80070" x2="34778" y2="80070"/>
                        <a14:foregroundMark x1="33333" y1="80944" x2="33333" y2="80944"/>
                        <a14:foregroundMark x1="40889" y1="78497" x2="40889" y2="78497"/>
                        <a14:foregroundMark x1="46556" y1="80769" x2="46556" y2="80769"/>
                        <a14:foregroundMark x1="47222" y1="6993" x2="47222" y2="6993"/>
                        <a14:foregroundMark x1="50889" y1="2273" x2="50889" y2="2273"/>
                        <a14:foregroundMark x1="60000" y1="75874" x2="60000" y2="75874"/>
                        <a14:foregroundMark x1="57667" y1="75874" x2="57667" y2="75874"/>
                        <a14:foregroundMark x1="57778" y1="75175" x2="57778" y2="75175"/>
                        <a14:foregroundMark x1="55667" y1="75874" x2="55667" y2="75874"/>
                        <a14:foregroundMark x1="60111" y1="71154" x2="60111" y2="71154"/>
                        <a14:foregroundMark x1="62667" y1="77622" x2="62667" y2="77622"/>
                        <a14:foregroundMark x1="66889" y1="77797" x2="66889" y2="77797"/>
                        <a14:foregroundMark x1="69556" y1="77797" x2="69556" y2="77797"/>
                        <a14:foregroundMark x1="72667" y1="77797" x2="72667" y2="77797"/>
                        <a14:foregroundMark x1="69667" y1="85664" x2="69667" y2="85664"/>
                        <a14:foregroundMark x1="64667" y1="85664" x2="64667" y2="85664"/>
                        <a14:foregroundMark x1="62889" y1="85664" x2="62889" y2="85664"/>
                        <a14:foregroundMark x1="61000" y1="85664" x2="61000" y2="85664"/>
                        <a14:foregroundMark x1="58444" y1="85664" x2="58444" y2="85664"/>
                        <a14:foregroundMark x1="50000" y1="79021" x2="50000" y2="79021"/>
                        <a14:foregroundMark x1="55889" y1="80070" x2="55889" y2="80070"/>
                        <a14:foregroundMark x1="53000" y1="78671" x2="53000" y2="78671"/>
                        <a14:foregroundMark x1="43889" y1="77622" x2="43889" y2="77622"/>
                        <a14:foregroundMark x1="42889" y1="91434" x2="42889" y2="91434"/>
                        <a14:foregroundMark x1="43333" y1="92483" x2="43333" y2="92483"/>
                        <a14:foregroundMark x1="36000" y1="81294" x2="36000" y2="81294"/>
                        <a14:foregroundMark x1="28222" y1="89510" x2="28222" y2="89510"/>
                        <a14:foregroundMark x1="32444" y1="93881" x2="32444" y2="93881"/>
                        <a14:foregroundMark x1="35333" y1="92133" x2="35333" y2="92133"/>
                        <a14:foregroundMark x1="36222" y1="92308" x2="36222" y2="92308"/>
                        <a14:foregroundMark x1="38222" y1="90035" x2="38222" y2="90035"/>
                        <a14:foregroundMark x1="40333" y1="90734" x2="40333" y2="90734"/>
                        <a14:foregroundMark x1="40333" y1="91608" x2="40333" y2="91608"/>
                        <a14:foregroundMark x1="40667" y1="96503" x2="40667" y2="96503"/>
                        <a14:foregroundMark x1="48556" y1="93531" x2="48556" y2="93531"/>
                        <a14:foregroundMark x1="53444" y1="93706" x2="53444" y2="93706"/>
                        <a14:foregroundMark x1="54778" y1="94231" x2="54778" y2="94231"/>
                        <a14:foregroundMark x1="58333" y1="92483" x2="58333" y2="92483"/>
                        <a14:foregroundMark x1="63111" y1="92832" x2="63111" y2="92832"/>
                        <a14:foregroundMark x1="58667" y1="93182" x2="58667" y2="93182"/>
                        <a14:foregroundMark x1="58111" y1="96853" x2="58111" y2="96853"/>
                        <a14:foregroundMark x1="67889" y1="90909" x2="67889" y2="90909"/>
                        <a14:foregroundMark x1="70778" y1="90385" x2="70778" y2="90385"/>
                        <a14:foregroundMark x1="73778" y1="89860" x2="73778" y2="89860"/>
                        <a14:foregroundMark x1="73333" y1="91434" x2="73333" y2="91434"/>
                        <a14:foregroundMark x1="73000" y1="91783" x2="73000" y2="91783"/>
                        <a14:foregroundMark x1="72667" y1="92133" x2="72667" y2="92133"/>
                      </a14:backgroundRemoval>
                    </a14:imgEffect>
                  </a14:imgLayer>
                </a14:imgProps>
              </a:ext>
              <a:ext uri="{28A0092B-C50C-407E-A947-70E740481C1C}">
                <a14:useLocalDpi xmlns:a14="http://schemas.microsoft.com/office/drawing/2010/main" val="0"/>
              </a:ext>
            </a:extLst>
          </a:blip>
          <a:stretch>
            <a:fillRect/>
          </a:stretch>
        </p:blipFill>
        <p:spPr>
          <a:xfrm>
            <a:off x="10576366" y="68293"/>
            <a:ext cx="1723672" cy="1095490"/>
          </a:xfrm>
          <a:prstGeom prst="rect">
            <a:avLst/>
          </a:prstGeom>
        </p:spPr>
      </p:pic>
      <p:sp>
        <p:nvSpPr>
          <p:cNvPr id="3" name="TextBox 2">
            <a:extLst>
              <a:ext uri="{FF2B5EF4-FFF2-40B4-BE49-F238E27FC236}">
                <a16:creationId xmlns:a16="http://schemas.microsoft.com/office/drawing/2014/main" id="{5CA17244-3A67-DB8D-40D2-FF2A9A6782D7}"/>
              </a:ext>
            </a:extLst>
          </p:cNvPr>
          <p:cNvSpPr txBox="1"/>
          <p:nvPr/>
        </p:nvSpPr>
        <p:spPr>
          <a:xfrm>
            <a:off x="2767637" y="1496172"/>
            <a:ext cx="6151032"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138490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541EE-5FD2-7E8F-5D2B-94F12B6AFB7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0DEFCEA-4B3D-9FE3-30FC-FEED4B3732A8}"/>
              </a:ext>
            </a:extLst>
          </p:cNvPr>
          <p:cNvSpPr txBox="1"/>
          <p:nvPr/>
        </p:nvSpPr>
        <p:spPr>
          <a:xfrm>
            <a:off x="1932337" y="2148820"/>
            <a:ext cx="6575937" cy="1704569"/>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Most weather apps show raw forecasts without transparent analytics</a:t>
            </a:r>
          </a:p>
          <a:p>
            <a:pPr algn="just">
              <a:lnSpc>
                <a:spcPct val="150000"/>
              </a:lnSpc>
            </a:pPr>
            <a:r>
              <a:rPr lang="en-US" dirty="0">
                <a:latin typeface="Times New Roman" panose="02020603050405020304" pitchFamily="18" charset="0"/>
                <a:cs typeface="Times New Roman" panose="02020603050405020304" pitchFamily="18" charset="0"/>
              </a:rPr>
              <a:t>- Goal: combine live data, local ML, and interactive exploration</a:t>
            </a:r>
          </a:p>
          <a:p>
            <a:pPr algn="just">
              <a:lnSpc>
                <a:spcPct val="150000"/>
              </a:lnSpc>
            </a:pPr>
            <a:r>
              <a:rPr lang="en-US" dirty="0">
                <a:latin typeface="Times New Roman" panose="02020603050405020304" pitchFamily="18" charset="0"/>
                <a:cs typeface="Times New Roman" panose="02020603050405020304" pitchFamily="18" charset="0"/>
              </a:rPr>
              <a:t>- Provide a reproducible, student-friendly pipeline</a:t>
            </a:r>
          </a:p>
          <a:p>
            <a:pPr algn="just">
              <a:lnSpc>
                <a:spcPct val="150000"/>
              </a:lnSpc>
            </a:pPr>
            <a:endParaRPr lang="en-US"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32E4428F-3F23-AFB6-22C4-C2EE29FC925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273" b="96853" l="10000" r="90000">
                        <a14:foregroundMark x1="27333" y1="75175" x2="27333" y2="75175"/>
                        <a14:foregroundMark x1="32667" y1="71853" x2="32667" y2="71853"/>
                        <a14:foregroundMark x1="34778" y1="80070" x2="34778" y2="80070"/>
                        <a14:foregroundMark x1="33333" y1="80944" x2="33333" y2="80944"/>
                        <a14:foregroundMark x1="40889" y1="78497" x2="40889" y2="78497"/>
                        <a14:foregroundMark x1="46556" y1="80769" x2="46556" y2="80769"/>
                        <a14:foregroundMark x1="47222" y1="6993" x2="47222" y2="6993"/>
                        <a14:foregroundMark x1="50889" y1="2273" x2="50889" y2="2273"/>
                        <a14:foregroundMark x1="60000" y1="75874" x2="60000" y2="75874"/>
                        <a14:foregroundMark x1="57667" y1="75874" x2="57667" y2="75874"/>
                        <a14:foregroundMark x1="57778" y1="75175" x2="57778" y2="75175"/>
                        <a14:foregroundMark x1="55667" y1="75874" x2="55667" y2="75874"/>
                        <a14:foregroundMark x1="60111" y1="71154" x2="60111" y2="71154"/>
                        <a14:foregroundMark x1="62667" y1="77622" x2="62667" y2="77622"/>
                        <a14:foregroundMark x1="66889" y1="77797" x2="66889" y2="77797"/>
                        <a14:foregroundMark x1="69556" y1="77797" x2="69556" y2="77797"/>
                        <a14:foregroundMark x1="72667" y1="77797" x2="72667" y2="77797"/>
                        <a14:foregroundMark x1="69667" y1="85664" x2="69667" y2="85664"/>
                        <a14:foregroundMark x1="64667" y1="85664" x2="64667" y2="85664"/>
                        <a14:foregroundMark x1="62889" y1="85664" x2="62889" y2="85664"/>
                        <a14:foregroundMark x1="61000" y1="85664" x2="61000" y2="85664"/>
                        <a14:foregroundMark x1="58444" y1="85664" x2="58444" y2="85664"/>
                        <a14:foregroundMark x1="50000" y1="79021" x2="50000" y2="79021"/>
                        <a14:foregroundMark x1="55889" y1="80070" x2="55889" y2="80070"/>
                        <a14:foregroundMark x1="53000" y1="78671" x2="53000" y2="78671"/>
                        <a14:foregroundMark x1="43889" y1="77622" x2="43889" y2="77622"/>
                        <a14:foregroundMark x1="42889" y1="91434" x2="42889" y2="91434"/>
                        <a14:foregroundMark x1="43333" y1="92483" x2="43333" y2="92483"/>
                        <a14:foregroundMark x1="36000" y1="81294" x2="36000" y2="81294"/>
                        <a14:foregroundMark x1="28222" y1="89510" x2="28222" y2="89510"/>
                        <a14:foregroundMark x1="32444" y1="93881" x2="32444" y2="93881"/>
                        <a14:foregroundMark x1="35333" y1="92133" x2="35333" y2="92133"/>
                        <a14:foregroundMark x1="36222" y1="92308" x2="36222" y2="92308"/>
                        <a14:foregroundMark x1="38222" y1="90035" x2="38222" y2="90035"/>
                        <a14:foregroundMark x1="40333" y1="90734" x2="40333" y2="90734"/>
                        <a14:foregroundMark x1="40333" y1="91608" x2="40333" y2="91608"/>
                        <a14:foregroundMark x1="40667" y1="96503" x2="40667" y2="96503"/>
                        <a14:foregroundMark x1="48556" y1="93531" x2="48556" y2="93531"/>
                        <a14:foregroundMark x1="53444" y1="93706" x2="53444" y2="93706"/>
                        <a14:foregroundMark x1="54778" y1="94231" x2="54778" y2="94231"/>
                        <a14:foregroundMark x1="58333" y1="92483" x2="58333" y2="92483"/>
                        <a14:foregroundMark x1="63111" y1="92832" x2="63111" y2="92832"/>
                        <a14:foregroundMark x1="58667" y1="93182" x2="58667" y2="93182"/>
                        <a14:foregroundMark x1="58111" y1="96853" x2="58111" y2="96853"/>
                        <a14:foregroundMark x1="67889" y1="90909" x2="67889" y2="90909"/>
                        <a14:foregroundMark x1="70778" y1="90385" x2="70778" y2="90385"/>
                        <a14:foregroundMark x1="73778" y1="89860" x2="73778" y2="89860"/>
                        <a14:foregroundMark x1="73333" y1="91434" x2="73333" y2="91434"/>
                        <a14:foregroundMark x1="73000" y1="91783" x2="73000" y2="91783"/>
                        <a14:foregroundMark x1="72667" y1="92133" x2="72667" y2="92133"/>
                      </a14:backgroundRemoval>
                    </a14:imgEffect>
                  </a14:imgLayer>
                </a14:imgProps>
              </a:ext>
              <a:ext uri="{28A0092B-C50C-407E-A947-70E740481C1C}">
                <a14:useLocalDpi xmlns:a14="http://schemas.microsoft.com/office/drawing/2010/main" val="0"/>
              </a:ext>
            </a:extLst>
          </a:blip>
          <a:stretch>
            <a:fillRect/>
          </a:stretch>
        </p:blipFill>
        <p:spPr>
          <a:xfrm>
            <a:off x="10576366" y="68293"/>
            <a:ext cx="1723672" cy="1095490"/>
          </a:xfrm>
          <a:prstGeom prst="rect">
            <a:avLst/>
          </a:prstGeom>
        </p:spPr>
      </p:pic>
      <p:sp>
        <p:nvSpPr>
          <p:cNvPr id="3" name="TextBox 2">
            <a:extLst>
              <a:ext uri="{FF2B5EF4-FFF2-40B4-BE49-F238E27FC236}">
                <a16:creationId xmlns:a16="http://schemas.microsoft.com/office/drawing/2014/main" id="{24C40041-C113-39EF-09B1-3538F8824D35}"/>
              </a:ext>
            </a:extLst>
          </p:cNvPr>
          <p:cNvSpPr txBox="1"/>
          <p:nvPr/>
        </p:nvSpPr>
        <p:spPr>
          <a:xfrm>
            <a:off x="-323422" y="1551001"/>
            <a:ext cx="6151032" cy="707886"/>
          </a:xfrm>
          <a:prstGeom prst="rect">
            <a:avLst/>
          </a:prstGeom>
          <a:noFill/>
        </p:spPr>
        <p:txBody>
          <a:bodyPr wrap="square">
            <a:spAutoFit/>
          </a:bodyPr>
          <a:lstStyle/>
          <a:p>
            <a:pPr algn="ctr"/>
            <a:r>
              <a:rPr lang="en-US" sz="2000" b="1" u="sng" dirty="0">
                <a:latin typeface="Times New Roman" panose="02020603050405020304" pitchFamily="18" charset="0"/>
                <a:cs typeface="Times New Roman" panose="02020603050405020304" pitchFamily="18" charset="0"/>
              </a:rPr>
              <a:t> Objectives</a:t>
            </a:r>
            <a:endParaRPr lang="en-US" sz="2000" u="sng" dirty="0">
              <a:latin typeface="Times New Roman" panose="02020603050405020304" pitchFamily="18" charset="0"/>
              <a:cs typeface="Times New Roman" panose="02020603050405020304" pitchFamily="18" charset="0"/>
            </a:endParaRPr>
          </a:p>
          <a:p>
            <a:pPr algn="ct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4278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09576-9779-0BD9-5710-30A13A96D8E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E52C8C6-0839-4977-A4C3-3719C6A2B9DD}"/>
              </a:ext>
            </a:extLst>
          </p:cNvPr>
          <p:cNvSpPr txBox="1"/>
          <p:nvPr/>
        </p:nvSpPr>
        <p:spPr>
          <a:xfrm>
            <a:off x="1440313" y="1714798"/>
            <a:ext cx="6094070" cy="2535566"/>
          </a:xfrm>
          <a:prstGeom prst="rect">
            <a:avLst/>
          </a:prstGeom>
          <a:noFill/>
        </p:spPr>
        <p:txBody>
          <a:bodyPr wrap="square">
            <a:spAutoFit/>
          </a:bodyPr>
          <a:lstStyle/>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Live weather ingestion from public APIs</a:t>
            </a:r>
          </a:p>
          <a:p>
            <a:pPr>
              <a:lnSpc>
                <a:spcPct val="150000"/>
              </a:lnSpc>
            </a:pPr>
            <a:r>
              <a:rPr lang="en-US" dirty="0">
                <a:latin typeface="Times New Roman" panose="02020603050405020304" pitchFamily="18" charset="0"/>
                <a:cs typeface="Times New Roman" panose="02020603050405020304" pitchFamily="18" charset="0"/>
              </a:rPr>
              <a:t>- Local historical dataset creation</a:t>
            </a:r>
          </a:p>
          <a:p>
            <a:pPr>
              <a:lnSpc>
                <a:spcPct val="150000"/>
              </a:lnSpc>
            </a:pPr>
            <a:r>
              <a:rPr lang="en-US" dirty="0">
                <a:latin typeface="Times New Roman" panose="02020603050405020304" pitchFamily="18" charset="0"/>
                <a:cs typeface="Times New Roman" panose="02020603050405020304" pitchFamily="18" charset="0"/>
              </a:rPr>
              <a:t>- ML model for short-horizon temperature prediction</a:t>
            </a:r>
          </a:p>
          <a:p>
            <a:pPr>
              <a:lnSpc>
                <a:spcPct val="150000"/>
              </a:lnSpc>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multi-page UI + agentic chat routing</a:t>
            </a:r>
          </a:p>
          <a:p>
            <a:pPr>
              <a:lnSpc>
                <a:spcPct val="150000"/>
              </a:lnSpc>
            </a:pPr>
            <a:endParaRPr lang="en-US"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4B8756ED-3497-6F7F-A898-54303BAD12E1}"/>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273" b="96853" l="10000" r="90000">
                        <a14:foregroundMark x1="27333" y1="75175" x2="27333" y2="75175"/>
                        <a14:foregroundMark x1="32667" y1="71853" x2="32667" y2="71853"/>
                        <a14:foregroundMark x1="34778" y1="80070" x2="34778" y2="80070"/>
                        <a14:foregroundMark x1="33333" y1="80944" x2="33333" y2="80944"/>
                        <a14:foregroundMark x1="40889" y1="78497" x2="40889" y2="78497"/>
                        <a14:foregroundMark x1="46556" y1="80769" x2="46556" y2="80769"/>
                        <a14:foregroundMark x1="47222" y1="6993" x2="47222" y2="6993"/>
                        <a14:foregroundMark x1="50889" y1="2273" x2="50889" y2="2273"/>
                        <a14:foregroundMark x1="60000" y1="75874" x2="60000" y2="75874"/>
                        <a14:foregroundMark x1="57667" y1="75874" x2="57667" y2="75874"/>
                        <a14:foregroundMark x1="57778" y1="75175" x2="57778" y2="75175"/>
                        <a14:foregroundMark x1="55667" y1="75874" x2="55667" y2="75874"/>
                        <a14:foregroundMark x1="60111" y1="71154" x2="60111" y2="71154"/>
                        <a14:foregroundMark x1="62667" y1="77622" x2="62667" y2="77622"/>
                        <a14:foregroundMark x1="66889" y1="77797" x2="66889" y2="77797"/>
                        <a14:foregroundMark x1="69556" y1="77797" x2="69556" y2="77797"/>
                        <a14:foregroundMark x1="72667" y1="77797" x2="72667" y2="77797"/>
                        <a14:foregroundMark x1="69667" y1="85664" x2="69667" y2="85664"/>
                        <a14:foregroundMark x1="64667" y1="85664" x2="64667" y2="85664"/>
                        <a14:foregroundMark x1="62889" y1="85664" x2="62889" y2="85664"/>
                        <a14:foregroundMark x1="61000" y1="85664" x2="61000" y2="85664"/>
                        <a14:foregroundMark x1="58444" y1="85664" x2="58444" y2="85664"/>
                        <a14:foregroundMark x1="50000" y1="79021" x2="50000" y2="79021"/>
                        <a14:foregroundMark x1="55889" y1="80070" x2="55889" y2="80070"/>
                        <a14:foregroundMark x1="53000" y1="78671" x2="53000" y2="78671"/>
                        <a14:foregroundMark x1="43889" y1="77622" x2="43889" y2="77622"/>
                        <a14:foregroundMark x1="42889" y1="91434" x2="42889" y2="91434"/>
                        <a14:foregroundMark x1="43333" y1="92483" x2="43333" y2="92483"/>
                        <a14:foregroundMark x1="36000" y1="81294" x2="36000" y2="81294"/>
                        <a14:foregroundMark x1="28222" y1="89510" x2="28222" y2="89510"/>
                        <a14:foregroundMark x1="32444" y1="93881" x2="32444" y2="93881"/>
                        <a14:foregroundMark x1="35333" y1="92133" x2="35333" y2="92133"/>
                        <a14:foregroundMark x1="36222" y1="92308" x2="36222" y2="92308"/>
                        <a14:foregroundMark x1="38222" y1="90035" x2="38222" y2="90035"/>
                        <a14:foregroundMark x1="40333" y1="90734" x2="40333" y2="90734"/>
                        <a14:foregroundMark x1="40333" y1="91608" x2="40333" y2="91608"/>
                        <a14:foregroundMark x1="40667" y1="96503" x2="40667" y2="96503"/>
                        <a14:foregroundMark x1="48556" y1="93531" x2="48556" y2="93531"/>
                        <a14:foregroundMark x1="53444" y1="93706" x2="53444" y2="93706"/>
                        <a14:foregroundMark x1="54778" y1="94231" x2="54778" y2="94231"/>
                        <a14:foregroundMark x1="58333" y1="92483" x2="58333" y2="92483"/>
                        <a14:foregroundMark x1="63111" y1="92832" x2="63111" y2="92832"/>
                        <a14:foregroundMark x1="58667" y1="93182" x2="58667" y2="93182"/>
                        <a14:foregroundMark x1="58111" y1="96853" x2="58111" y2="96853"/>
                        <a14:foregroundMark x1="67889" y1="90909" x2="67889" y2="90909"/>
                        <a14:foregroundMark x1="70778" y1="90385" x2="70778" y2="90385"/>
                        <a14:foregroundMark x1="73778" y1="89860" x2="73778" y2="89860"/>
                        <a14:foregroundMark x1="73333" y1="91434" x2="73333" y2="91434"/>
                        <a14:foregroundMark x1="73000" y1="91783" x2="73000" y2="91783"/>
                        <a14:foregroundMark x1="72667" y1="92133" x2="72667" y2="92133"/>
                      </a14:backgroundRemoval>
                    </a14:imgEffect>
                  </a14:imgLayer>
                </a14:imgProps>
              </a:ext>
              <a:ext uri="{28A0092B-C50C-407E-A947-70E740481C1C}">
                <a14:useLocalDpi xmlns:a14="http://schemas.microsoft.com/office/drawing/2010/main" val="0"/>
              </a:ext>
            </a:extLst>
          </a:blip>
          <a:stretch>
            <a:fillRect/>
          </a:stretch>
        </p:blipFill>
        <p:spPr>
          <a:xfrm>
            <a:off x="10576366" y="68293"/>
            <a:ext cx="1723672" cy="1095490"/>
          </a:xfrm>
          <a:prstGeom prst="rect">
            <a:avLst/>
          </a:prstGeom>
        </p:spPr>
      </p:pic>
      <p:sp>
        <p:nvSpPr>
          <p:cNvPr id="3" name="TextBox 2">
            <a:extLst>
              <a:ext uri="{FF2B5EF4-FFF2-40B4-BE49-F238E27FC236}">
                <a16:creationId xmlns:a16="http://schemas.microsoft.com/office/drawing/2014/main" id="{879E3446-AE86-A6C8-F167-D2FBEB0E04E5}"/>
              </a:ext>
            </a:extLst>
          </p:cNvPr>
          <p:cNvSpPr txBox="1"/>
          <p:nvPr/>
        </p:nvSpPr>
        <p:spPr>
          <a:xfrm>
            <a:off x="1516683" y="1403984"/>
            <a:ext cx="6151032" cy="461665"/>
          </a:xfrm>
          <a:prstGeom prst="rect">
            <a:avLst/>
          </a:prstGeom>
          <a:noFill/>
        </p:spPr>
        <p:txBody>
          <a:bodyPr wrap="square">
            <a:spAutoFit/>
          </a:bodyPr>
          <a:lstStyle/>
          <a:p>
            <a:r>
              <a:rPr lang="en-US" sz="2400" b="1" u="sng" dirty="0">
                <a:latin typeface="Times New Roman" panose="02020603050405020304" pitchFamily="18" charset="0"/>
                <a:cs typeface="Times New Roman" panose="02020603050405020304" pitchFamily="18" charset="0"/>
              </a:rPr>
              <a:t>System Overview</a:t>
            </a:r>
            <a:endParaRPr lang="en-US" sz="2400" u="s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70A95D2-C7EE-8079-B925-172D0BE59950}"/>
              </a:ext>
            </a:extLst>
          </p:cNvPr>
          <p:cNvPicPr>
            <a:picLocks noChangeAspect="1"/>
          </p:cNvPicPr>
          <p:nvPr/>
        </p:nvPicPr>
        <p:blipFill>
          <a:blip r:embed="rId4"/>
          <a:stretch>
            <a:fillRect/>
          </a:stretch>
        </p:blipFill>
        <p:spPr>
          <a:xfrm>
            <a:off x="6610052" y="1865649"/>
            <a:ext cx="4354040" cy="2535566"/>
          </a:xfrm>
          <a:prstGeom prst="rect">
            <a:avLst/>
          </a:prstGeom>
        </p:spPr>
      </p:pic>
    </p:spTree>
    <p:extLst>
      <p:ext uri="{BB962C8B-B14F-4D97-AF65-F5344CB8AC3E}">
        <p14:creationId xmlns:p14="http://schemas.microsoft.com/office/powerpoint/2010/main" val="4272470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FE262-378F-CA76-C1E4-01303D8E7AA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26ACC95-719F-E678-D5F1-78F4A6BB1213}"/>
              </a:ext>
            </a:extLst>
          </p:cNvPr>
          <p:cNvSpPr txBox="1"/>
          <p:nvPr/>
        </p:nvSpPr>
        <p:spPr>
          <a:xfrm>
            <a:off x="1691405" y="2286000"/>
            <a:ext cx="6094070" cy="2535566"/>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 Live Weather: current conditions + short-term forecast</a:t>
            </a:r>
          </a:p>
          <a:p>
            <a:pPr>
              <a:lnSpc>
                <a:spcPct val="150000"/>
              </a:lnSpc>
            </a:pPr>
            <a:r>
              <a:rPr lang="en-US" dirty="0">
                <a:latin typeface="Times New Roman" panose="02020603050405020304" pitchFamily="18" charset="0"/>
                <a:cs typeface="Times New Roman" panose="02020603050405020304" pitchFamily="18" charset="0"/>
              </a:rPr>
              <a:t>- AI Forecast: predicted temperatures + MAE display</a:t>
            </a:r>
          </a:p>
          <a:p>
            <a:pPr>
              <a:lnSpc>
                <a:spcPct val="150000"/>
              </a:lnSpc>
            </a:pPr>
            <a:r>
              <a:rPr lang="en-US" dirty="0">
                <a:latin typeface="Times New Roman" panose="02020603050405020304" pitchFamily="18" charset="0"/>
                <a:cs typeface="Times New Roman" panose="02020603050405020304" pitchFamily="18" charset="0"/>
              </a:rPr>
              <a:t>- Data Lab: charts + map exploration</a:t>
            </a:r>
          </a:p>
          <a:p>
            <a:pPr>
              <a:lnSpc>
                <a:spcPct val="150000"/>
              </a:lnSpc>
            </a:pPr>
            <a:r>
              <a:rPr lang="en-US" dirty="0">
                <a:latin typeface="Times New Roman" panose="02020603050405020304" pitchFamily="18" charset="0"/>
                <a:cs typeface="Times New Roman" panose="02020603050405020304" pitchFamily="18" charset="0"/>
              </a:rPr>
              <a:t>- Chat Agent: routes requests to tools</a:t>
            </a:r>
          </a:p>
          <a:p>
            <a:pPr>
              <a:lnSpc>
                <a:spcPct val="150000"/>
              </a:lnSpc>
            </a:pPr>
            <a:r>
              <a:rPr lang="en-US" dirty="0">
                <a:latin typeface="Times New Roman" panose="02020603050405020304" pitchFamily="18" charset="0"/>
                <a:cs typeface="Times New Roman" panose="02020603050405020304" pitchFamily="18" charset="0"/>
              </a:rPr>
              <a:t>- Glass morphism UI with light/dark modes</a:t>
            </a:r>
          </a:p>
          <a:p>
            <a:pPr>
              <a:lnSpc>
                <a:spcPct val="150000"/>
              </a:lnSpc>
            </a:pP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DDC52F9-481D-4165-5C79-DEA7A94A80C1}"/>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273" b="96853" l="10000" r="90000">
                        <a14:foregroundMark x1="27333" y1="75175" x2="27333" y2="75175"/>
                        <a14:foregroundMark x1="32667" y1="71853" x2="32667" y2="71853"/>
                        <a14:foregroundMark x1="34778" y1="80070" x2="34778" y2="80070"/>
                        <a14:foregroundMark x1="33333" y1="80944" x2="33333" y2="80944"/>
                        <a14:foregroundMark x1="40889" y1="78497" x2="40889" y2="78497"/>
                        <a14:foregroundMark x1="46556" y1="80769" x2="46556" y2="80769"/>
                        <a14:foregroundMark x1="47222" y1="6993" x2="47222" y2="6993"/>
                        <a14:foregroundMark x1="50889" y1="2273" x2="50889" y2="2273"/>
                        <a14:foregroundMark x1="60000" y1="75874" x2="60000" y2="75874"/>
                        <a14:foregroundMark x1="57667" y1="75874" x2="57667" y2="75874"/>
                        <a14:foregroundMark x1="57778" y1="75175" x2="57778" y2="75175"/>
                        <a14:foregroundMark x1="55667" y1="75874" x2="55667" y2="75874"/>
                        <a14:foregroundMark x1="60111" y1="71154" x2="60111" y2="71154"/>
                        <a14:foregroundMark x1="62667" y1="77622" x2="62667" y2="77622"/>
                        <a14:foregroundMark x1="66889" y1="77797" x2="66889" y2="77797"/>
                        <a14:foregroundMark x1="69556" y1="77797" x2="69556" y2="77797"/>
                        <a14:foregroundMark x1="72667" y1="77797" x2="72667" y2="77797"/>
                        <a14:foregroundMark x1="69667" y1="85664" x2="69667" y2="85664"/>
                        <a14:foregroundMark x1="64667" y1="85664" x2="64667" y2="85664"/>
                        <a14:foregroundMark x1="62889" y1="85664" x2="62889" y2="85664"/>
                        <a14:foregroundMark x1="61000" y1="85664" x2="61000" y2="85664"/>
                        <a14:foregroundMark x1="58444" y1="85664" x2="58444" y2="85664"/>
                        <a14:foregroundMark x1="50000" y1="79021" x2="50000" y2="79021"/>
                        <a14:foregroundMark x1="55889" y1="80070" x2="55889" y2="80070"/>
                        <a14:foregroundMark x1="53000" y1="78671" x2="53000" y2="78671"/>
                        <a14:foregroundMark x1="43889" y1="77622" x2="43889" y2="77622"/>
                        <a14:foregroundMark x1="42889" y1="91434" x2="42889" y2="91434"/>
                        <a14:foregroundMark x1="43333" y1="92483" x2="43333" y2="92483"/>
                        <a14:foregroundMark x1="36000" y1="81294" x2="36000" y2="81294"/>
                        <a14:foregroundMark x1="28222" y1="89510" x2="28222" y2="89510"/>
                        <a14:foregroundMark x1="32444" y1="93881" x2="32444" y2="93881"/>
                        <a14:foregroundMark x1="35333" y1="92133" x2="35333" y2="92133"/>
                        <a14:foregroundMark x1="36222" y1="92308" x2="36222" y2="92308"/>
                        <a14:foregroundMark x1="38222" y1="90035" x2="38222" y2="90035"/>
                        <a14:foregroundMark x1="40333" y1="90734" x2="40333" y2="90734"/>
                        <a14:foregroundMark x1="40333" y1="91608" x2="40333" y2="91608"/>
                        <a14:foregroundMark x1="40667" y1="96503" x2="40667" y2="96503"/>
                        <a14:foregroundMark x1="48556" y1="93531" x2="48556" y2="93531"/>
                        <a14:foregroundMark x1="53444" y1="93706" x2="53444" y2="93706"/>
                        <a14:foregroundMark x1="54778" y1="94231" x2="54778" y2="94231"/>
                        <a14:foregroundMark x1="58333" y1="92483" x2="58333" y2="92483"/>
                        <a14:foregroundMark x1="63111" y1="92832" x2="63111" y2="92832"/>
                        <a14:foregroundMark x1="58667" y1="93182" x2="58667" y2="93182"/>
                        <a14:foregroundMark x1="58111" y1="96853" x2="58111" y2="96853"/>
                        <a14:foregroundMark x1="67889" y1="90909" x2="67889" y2="90909"/>
                        <a14:foregroundMark x1="70778" y1="90385" x2="70778" y2="90385"/>
                        <a14:foregroundMark x1="73778" y1="89860" x2="73778" y2="89860"/>
                        <a14:foregroundMark x1="73333" y1="91434" x2="73333" y2="91434"/>
                        <a14:foregroundMark x1="73000" y1="91783" x2="73000" y2="91783"/>
                        <a14:foregroundMark x1="72667" y1="92133" x2="72667" y2="92133"/>
                      </a14:backgroundRemoval>
                    </a14:imgEffect>
                  </a14:imgLayer>
                </a14:imgProps>
              </a:ext>
              <a:ext uri="{28A0092B-C50C-407E-A947-70E740481C1C}">
                <a14:useLocalDpi xmlns:a14="http://schemas.microsoft.com/office/drawing/2010/main" val="0"/>
              </a:ext>
            </a:extLst>
          </a:blip>
          <a:stretch>
            <a:fillRect/>
          </a:stretch>
        </p:blipFill>
        <p:spPr>
          <a:xfrm>
            <a:off x="10576366" y="68293"/>
            <a:ext cx="1723672" cy="1095490"/>
          </a:xfrm>
          <a:prstGeom prst="rect">
            <a:avLst/>
          </a:prstGeom>
        </p:spPr>
      </p:pic>
      <p:sp>
        <p:nvSpPr>
          <p:cNvPr id="4" name="TextBox 3">
            <a:extLst>
              <a:ext uri="{FF2B5EF4-FFF2-40B4-BE49-F238E27FC236}">
                <a16:creationId xmlns:a16="http://schemas.microsoft.com/office/drawing/2014/main" id="{BD709057-F085-0E85-D597-643546738052}"/>
              </a:ext>
            </a:extLst>
          </p:cNvPr>
          <p:cNvSpPr txBox="1"/>
          <p:nvPr/>
        </p:nvSpPr>
        <p:spPr>
          <a:xfrm>
            <a:off x="1813984" y="1627201"/>
            <a:ext cx="6151032" cy="461665"/>
          </a:xfrm>
          <a:prstGeom prst="rect">
            <a:avLst/>
          </a:prstGeom>
          <a:noFill/>
        </p:spPr>
        <p:txBody>
          <a:bodyPr wrap="square">
            <a:spAutoFit/>
          </a:bodyPr>
          <a:lstStyle/>
          <a:p>
            <a:r>
              <a:rPr lang="en-US" sz="2400" b="1" u="sng" dirty="0">
                <a:latin typeface="Times New Roman" panose="02020603050405020304" pitchFamily="18" charset="0"/>
                <a:cs typeface="Times New Roman" panose="02020603050405020304" pitchFamily="18" charset="0"/>
              </a:rPr>
              <a:t>Features-</a:t>
            </a:r>
            <a:endParaRPr lang="en-US" sz="2400"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556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26898-55CD-6482-5894-70B467B296E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F1506AF-2657-D5B9-7B13-1D627B56423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273" b="96853" l="10000" r="90000">
                        <a14:foregroundMark x1="27333" y1="75175" x2="27333" y2="75175"/>
                        <a14:foregroundMark x1="32667" y1="71853" x2="32667" y2="71853"/>
                        <a14:foregroundMark x1="34778" y1="80070" x2="34778" y2="80070"/>
                        <a14:foregroundMark x1="33333" y1="80944" x2="33333" y2="80944"/>
                        <a14:foregroundMark x1="40889" y1="78497" x2="40889" y2="78497"/>
                        <a14:foregroundMark x1="46556" y1="80769" x2="46556" y2="80769"/>
                        <a14:foregroundMark x1="47222" y1="6993" x2="47222" y2="6993"/>
                        <a14:foregroundMark x1="50889" y1="2273" x2="50889" y2="2273"/>
                        <a14:foregroundMark x1="60000" y1="75874" x2="60000" y2="75874"/>
                        <a14:foregroundMark x1="57667" y1="75874" x2="57667" y2="75874"/>
                        <a14:foregroundMark x1="57778" y1="75175" x2="57778" y2="75175"/>
                        <a14:foregroundMark x1="55667" y1="75874" x2="55667" y2="75874"/>
                        <a14:foregroundMark x1="60111" y1="71154" x2="60111" y2="71154"/>
                        <a14:foregroundMark x1="62667" y1="77622" x2="62667" y2="77622"/>
                        <a14:foregroundMark x1="66889" y1="77797" x2="66889" y2="77797"/>
                        <a14:foregroundMark x1="69556" y1="77797" x2="69556" y2="77797"/>
                        <a14:foregroundMark x1="72667" y1="77797" x2="72667" y2="77797"/>
                        <a14:foregroundMark x1="69667" y1="85664" x2="69667" y2="85664"/>
                        <a14:foregroundMark x1="64667" y1="85664" x2="64667" y2="85664"/>
                        <a14:foregroundMark x1="62889" y1="85664" x2="62889" y2="85664"/>
                        <a14:foregroundMark x1="61000" y1="85664" x2="61000" y2="85664"/>
                        <a14:foregroundMark x1="58444" y1="85664" x2="58444" y2="85664"/>
                        <a14:foregroundMark x1="50000" y1="79021" x2="50000" y2="79021"/>
                        <a14:foregroundMark x1="55889" y1="80070" x2="55889" y2="80070"/>
                        <a14:foregroundMark x1="53000" y1="78671" x2="53000" y2="78671"/>
                        <a14:foregroundMark x1="43889" y1="77622" x2="43889" y2="77622"/>
                        <a14:foregroundMark x1="42889" y1="91434" x2="42889" y2="91434"/>
                        <a14:foregroundMark x1="43333" y1="92483" x2="43333" y2="92483"/>
                        <a14:foregroundMark x1="36000" y1="81294" x2="36000" y2="81294"/>
                        <a14:foregroundMark x1="28222" y1="89510" x2="28222" y2="89510"/>
                        <a14:foregroundMark x1="32444" y1="93881" x2="32444" y2="93881"/>
                        <a14:foregroundMark x1="35333" y1="92133" x2="35333" y2="92133"/>
                        <a14:foregroundMark x1="36222" y1="92308" x2="36222" y2="92308"/>
                        <a14:foregroundMark x1="38222" y1="90035" x2="38222" y2="90035"/>
                        <a14:foregroundMark x1="40333" y1="90734" x2="40333" y2="90734"/>
                        <a14:foregroundMark x1="40333" y1="91608" x2="40333" y2="91608"/>
                        <a14:foregroundMark x1="40667" y1="96503" x2="40667" y2="96503"/>
                        <a14:foregroundMark x1="48556" y1="93531" x2="48556" y2="93531"/>
                        <a14:foregroundMark x1="53444" y1="93706" x2="53444" y2="93706"/>
                        <a14:foregroundMark x1="54778" y1="94231" x2="54778" y2="94231"/>
                        <a14:foregroundMark x1="58333" y1="92483" x2="58333" y2="92483"/>
                        <a14:foregroundMark x1="63111" y1="92832" x2="63111" y2="92832"/>
                        <a14:foregroundMark x1="58667" y1="93182" x2="58667" y2="93182"/>
                        <a14:foregroundMark x1="58111" y1="96853" x2="58111" y2="96853"/>
                        <a14:foregroundMark x1="67889" y1="90909" x2="67889" y2="90909"/>
                        <a14:foregroundMark x1="70778" y1="90385" x2="70778" y2="90385"/>
                        <a14:foregroundMark x1="73778" y1="89860" x2="73778" y2="89860"/>
                        <a14:foregroundMark x1="73333" y1="91434" x2="73333" y2="91434"/>
                        <a14:foregroundMark x1="73000" y1="91783" x2="73000" y2="91783"/>
                        <a14:foregroundMark x1="72667" y1="92133" x2="72667" y2="92133"/>
                      </a14:backgroundRemoval>
                    </a14:imgEffect>
                  </a14:imgLayer>
                </a14:imgProps>
              </a:ext>
              <a:ext uri="{28A0092B-C50C-407E-A947-70E740481C1C}">
                <a14:useLocalDpi xmlns:a14="http://schemas.microsoft.com/office/drawing/2010/main" val="0"/>
              </a:ext>
            </a:extLst>
          </a:blip>
          <a:stretch>
            <a:fillRect/>
          </a:stretch>
        </p:blipFill>
        <p:spPr>
          <a:xfrm>
            <a:off x="10576366" y="68293"/>
            <a:ext cx="1723672" cy="1095490"/>
          </a:xfrm>
          <a:prstGeom prst="rect">
            <a:avLst/>
          </a:prstGeom>
        </p:spPr>
      </p:pic>
      <p:sp>
        <p:nvSpPr>
          <p:cNvPr id="4" name="TextBox 3">
            <a:extLst>
              <a:ext uri="{FF2B5EF4-FFF2-40B4-BE49-F238E27FC236}">
                <a16:creationId xmlns:a16="http://schemas.microsoft.com/office/drawing/2014/main" id="{BB81F75A-3EFD-73E3-8F75-6B7AFE48B3C6}"/>
              </a:ext>
            </a:extLst>
          </p:cNvPr>
          <p:cNvSpPr txBox="1"/>
          <p:nvPr/>
        </p:nvSpPr>
        <p:spPr>
          <a:xfrm>
            <a:off x="1390650" y="1983416"/>
            <a:ext cx="6151032" cy="2535566"/>
          </a:xfrm>
          <a:prstGeom prst="rect">
            <a:avLst/>
          </a:prstGeom>
          <a:noFill/>
        </p:spPr>
        <p:txBody>
          <a:bodyPr wrap="square">
            <a:spAutoFit/>
          </a:bodyPr>
          <a:lstStyle/>
          <a:p>
            <a:pPr>
              <a:lnSpc>
                <a:spcPct val="150000"/>
              </a:lnSpc>
              <a:buNone/>
            </a:pPr>
            <a:r>
              <a:rPr lang="en-US" dirty="0">
                <a:effectLst/>
                <a:latin typeface="Times New Roman" panose="02020603050405020304" pitchFamily="18" charset="0"/>
                <a:cs typeface="Times New Roman" panose="02020603050405020304" pitchFamily="18" charset="0"/>
              </a:rPr>
              <a:t>- Inputs: temperature, humidity, wind, precipitation</a:t>
            </a:r>
          </a:p>
          <a:p>
            <a:pPr>
              <a:lnSpc>
                <a:spcPct val="150000"/>
              </a:lnSpc>
              <a:buNone/>
            </a:pPr>
            <a:r>
              <a:rPr lang="en-US" dirty="0">
                <a:effectLst/>
                <a:latin typeface="Times New Roman" panose="02020603050405020304" pitchFamily="18" charset="0"/>
                <a:cs typeface="Times New Roman" panose="02020603050405020304" pitchFamily="18" charset="0"/>
              </a:rPr>
              <a:t>- Time features: hour, day-of-year, month</a:t>
            </a:r>
          </a:p>
          <a:p>
            <a:pPr>
              <a:lnSpc>
                <a:spcPct val="150000"/>
              </a:lnSpc>
              <a:buNone/>
            </a:pPr>
            <a:r>
              <a:rPr lang="en-US" dirty="0">
                <a:effectLst/>
                <a:latin typeface="Times New Roman" panose="02020603050405020304" pitchFamily="18" charset="0"/>
                <a:cs typeface="Times New Roman" panose="02020603050405020304" pitchFamily="18" charset="0"/>
              </a:rPr>
              <a:t>- Lag features: 1-hour and 24-hour temperature</a:t>
            </a:r>
          </a:p>
          <a:p>
            <a:pPr>
              <a:lnSpc>
                <a:spcPct val="150000"/>
              </a:lnSpc>
              <a:buNone/>
            </a:pPr>
            <a:r>
              <a:rPr lang="en-US" dirty="0">
                <a:effectLst/>
                <a:latin typeface="Times New Roman" panose="02020603050405020304" pitchFamily="18" charset="0"/>
                <a:cs typeface="Times New Roman" panose="02020603050405020304" pitchFamily="18" charset="0"/>
              </a:rPr>
              <a:t>- Rolling 24-hour temperature mean</a:t>
            </a:r>
          </a:p>
          <a:p>
            <a:pPr>
              <a:lnSpc>
                <a:spcPct val="150000"/>
              </a:lnSpc>
              <a:buNone/>
            </a:pPr>
            <a:r>
              <a:rPr lang="en-US" dirty="0">
                <a:effectLst/>
                <a:latin typeface="Times New Roman" panose="02020603050405020304" pitchFamily="18" charset="0"/>
                <a:cs typeface="Times New Roman" panose="02020603050405020304" pitchFamily="18" charset="0"/>
              </a:rPr>
              <a:t>- Model: </a:t>
            </a:r>
            <a:r>
              <a:rPr lang="en-US" dirty="0" err="1">
                <a:effectLst/>
                <a:latin typeface="Times New Roman" panose="02020603050405020304" pitchFamily="18" charset="0"/>
                <a:cs typeface="Times New Roman" panose="02020603050405020304" pitchFamily="18" charset="0"/>
              </a:rPr>
              <a:t>HistGradientBoostingRegressor</a:t>
            </a:r>
            <a:endParaRPr lang="en-US" dirty="0">
              <a:effectLst/>
              <a:latin typeface="Times New Roman" panose="02020603050405020304" pitchFamily="18" charset="0"/>
              <a:cs typeface="Times New Roman" panose="02020603050405020304" pitchFamily="18" charset="0"/>
            </a:endParaRPr>
          </a:p>
          <a:p>
            <a:pPr>
              <a:lnSpc>
                <a:spcPct val="150000"/>
              </a:lnSpc>
              <a:buNone/>
            </a:pPr>
            <a:r>
              <a:rPr lang="en-US" dirty="0">
                <a:effectLst/>
                <a:latin typeface="Times New Roman" panose="02020603050405020304" pitchFamily="18" charset="0"/>
                <a:cs typeface="Times New Roman" panose="02020603050405020304" pitchFamily="18" charset="0"/>
              </a:rPr>
              <a:t>- Metric: Mean Absolute Error (MAE</a:t>
            </a:r>
            <a:r>
              <a:rPr lang="en-US" b="0" dirty="0">
                <a:solidFill>
                  <a:srgbClr val="BBBEBF"/>
                </a:solidFill>
                <a:effectLst/>
                <a:latin typeface="Times New Roman" panose="02020603050405020304" pitchFamily="18" charset="0"/>
                <a:cs typeface="Times New Roman" panose="02020603050405020304" pitchFamily="18" charset="0"/>
              </a:rPr>
              <a:t>)</a:t>
            </a:r>
          </a:p>
        </p:txBody>
      </p:sp>
      <p:sp>
        <p:nvSpPr>
          <p:cNvPr id="8" name="TextBox 7">
            <a:extLst>
              <a:ext uri="{FF2B5EF4-FFF2-40B4-BE49-F238E27FC236}">
                <a16:creationId xmlns:a16="http://schemas.microsoft.com/office/drawing/2014/main" id="{F0F5C7BC-D470-FDC9-E0A8-E3F4E6A39B4A}"/>
              </a:ext>
            </a:extLst>
          </p:cNvPr>
          <p:cNvSpPr txBox="1"/>
          <p:nvPr/>
        </p:nvSpPr>
        <p:spPr>
          <a:xfrm>
            <a:off x="1627717" y="1388533"/>
            <a:ext cx="6151032" cy="281103"/>
          </a:xfrm>
          <a:prstGeom prst="rect">
            <a:avLst/>
          </a:prstGeom>
          <a:noFill/>
        </p:spPr>
        <p:txBody>
          <a:bodyPr wrap="square">
            <a:spAutoFit/>
          </a:bodyPr>
          <a:lstStyle/>
          <a:p>
            <a:pPr>
              <a:lnSpc>
                <a:spcPts val="1425"/>
              </a:lnSpc>
              <a:buNone/>
            </a:pPr>
            <a:r>
              <a:rPr lang="en-US" b="1" u="sng" dirty="0">
                <a:effectLst/>
                <a:latin typeface="Times New Roman" panose="02020603050405020304" pitchFamily="18" charset="0"/>
                <a:cs typeface="Times New Roman" panose="02020603050405020304" pitchFamily="18" charset="0"/>
              </a:rPr>
              <a:t>Feature Model</a:t>
            </a:r>
          </a:p>
        </p:txBody>
      </p:sp>
      <p:pic>
        <p:nvPicPr>
          <p:cNvPr id="9" name="Picture 8">
            <a:extLst>
              <a:ext uri="{FF2B5EF4-FFF2-40B4-BE49-F238E27FC236}">
                <a16:creationId xmlns:a16="http://schemas.microsoft.com/office/drawing/2014/main" id="{FE0F4627-E43A-8C13-90F3-251516F6BD94}"/>
              </a:ext>
            </a:extLst>
          </p:cNvPr>
          <p:cNvPicPr>
            <a:picLocks noChangeAspect="1"/>
          </p:cNvPicPr>
          <p:nvPr/>
        </p:nvPicPr>
        <p:blipFill>
          <a:blip r:embed="rId4"/>
          <a:stretch>
            <a:fillRect/>
          </a:stretch>
        </p:blipFill>
        <p:spPr>
          <a:xfrm>
            <a:off x="6339416" y="3510285"/>
            <a:ext cx="4639734" cy="2099733"/>
          </a:xfrm>
          <a:prstGeom prst="rect">
            <a:avLst/>
          </a:prstGeom>
        </p:spPr>
      </p:pic>
      <p:pic>
        <p:nvPicPr>
          <p:cNvPr id="10" name="Picture 9">
            <a:extLst>
              <a:ext uri="{FF2B5EF4-FFF2-40B4-BE49-F238E27FC236}">
                <a16:creationId xmlns:a16="http://schemas.microsoft.com/office/drawing/2014/main" id="{562AA7B1-0878-ABBC-3BFF-B37C99AC9DE2}"/>
              </a:ext>
            </a:extLst>
          </p:cNvPr>
          <p:cNvPicPr>
            <a:picLocks noChangeAspect="1"/>
          </p:cNvPicPr>
          <p:nvPr/>
        </p:nvPicPr>
        <p:blipFill>
          <a:blip r:embed="rId5"/>
          <a:stretch>
            <a:fillRect/>
          </a:stretch>
        </p:blipFill>
        <p:spPr>
          <a:xfrm>
            <a:off x="6339416" y="1388533"/>
            <a:ext cx="4639734" cy="2099733"/>
          </a:xfrm>
          <a:prstGeom prst="rect">
            <a:avLst/>
          </a:prstGeom>
        </p:spPr>
      </p:pic>
    </p:spTree>
    <p:extLst>
      <p:ext uri="{BB962C8B-B14F-4D97-AF65-F5344CB8AC3E}">
        <p14:creationId xmlns:p14="http://schemas.microsoft.com/office/powerpoint/2010/main" val="3252117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C8C6E-C5B8-0E07-601C-423D33B1F98C}"/>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9E30CD2C-C19D-AAE7-2DB3-5A7C6F4C65C1}"/>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273" b="96853" l="10000" r="90000">
                        <a14:foregroundMark x1="27333" y1="75175" x2="27333" y2="75175"/>
                        <a14:foregroundMark x1="32667" y1="71853" x2="32667" y2="71853"/>
                        <a14:foregroundMark x1="34778" y1="80070" x2="34778" y2="80070"/>
                        <a14:foregroundMark x1="33333" y1="80944" x2="33333" y2="80944"/>
                        <a14:foregroundMark x1="40889" y1="78497" x2="40889" y2="78497"/>
                        <a14:foregroundMark x1="46556" y1="80769" x2="46556" y2="80769"/>
                        <a14:foregroundMark x1="47222" y1="6993" x2="47222" y2="6993"/>
                        <a14:foregroundMark x1="50889" y1="2273" x2="50889" y2="2273"/>
                        <a14:foregroundMark x1="60000" y1="75874" x2="60000" y2="75874"/>
                        <a14:foregroundMark x1="57667" y1="75874" x2="57667" y2="75874"/>
                        <a14:foregroundMark x1="57778" y1="75175" x2="57778" y2="75175"/>
                        <a14:foregroundMark x1="55667" y1="75874" x2="55667" y2="75874"/>
                        <a14:foregroundMark x1="60111" y1="71154" x2="60111" y2="71154"/>
                        <a14:foregroundMark x1="62667" y1="77622" x2="62667" y2="77622"/>
                        <a14:foregroundMark x1="66889" y1="77797" x2="66889" y2="77797"/>
                        <a14:foregroundMark x1="69556" y1="77797" x2="69556" y2="77797"/>
                        <a14:foregroundMark x1="72667" y1="77797" x2="72667" y2="77797"/>
                        <a14:foregroundMark x1="69667" y1="85664" x2="69667" y2="85664"/>
                        <a14:foregroundMark x1="64667" y1="85664" x2="64667" y2="85664"/>
                        <a14:foregroundMark x1="62889" y1="85664" x2="62889" y2="85664"/>
                        <a14:foregroundMark x1="61000" y1="85664" x2="61000" y2="85664"/>
                        <a14:foregroundMark x1="58444" y1="85664" x2="58444" y2="85664"/>
                        <a14:foregroundMark x1="50000" y1="79021" x2="50000" y2="79021"/>
                        <a14:foregroundMark x1="55889" y1="80070" x2="55889" y2="80070"/>
                        <a14:foregroundMark x1="53000" y1="78671" x2="53000" y2="78671"/>
                        <a14:foregroundMark x1="43889" y1="77622" x2="43889" y2="77622"/>
                        <a14:foregroundMark x1="42889" y1="91434" x2="42889" y2="91434"/>
                        <a14:foregroundMark x1="43333" y1="92483" x2="43333" y2="92483"/>
                        <a14:foregroundMark x1="36000" y1="81294" x2="36000" y2="81294"/>
                        <a14:foregroundMark x1="28222" y1="89510" x2="28222" y2="89510"/>
                        <a14:foregroundMark x1="32444" y1="93881" x2="32444" y2="93881"/>
                        <a14:foregroundMark x1="35333" y1="92133" x2="35333" y2="92133"/>
                        <a14:foregroundMark x1="36222" y1="92308" x2="36222" y2="92308"/>
                        <a14:foregroundMark x1="38222" y1="90035" x2="38222" y2="90035"/>
                        <a14:foregroundMark x1="40333" y1="90734" x2="40333" y2="90734"/>
                        <a14:foregroundMark x1="40333" y1="91608" x2="40333" y2="91608"/>
                        <a14:foregroundMark x1="40667" y1="96503" x2="40667" y2="96503"/>
                        <a14:foregroundMark x1="48556" y1="93531" x2="48556" y2="93531"/>
                        <a14:foregroundMark x1="53444" y1="93706" x2="53444" y2="93706"/>
                        <a14:foregroundMark x1="54778" y1="94231" x2="54778" y2="94231"/>
                        <a14:foregroundMark x1="58333" y1="92483" x2="58333" y2="92483"/>
                        <a14:foregroundMark x1="63111" y1="92832" x2="63111" y2="92832"/>
                        <a14:foregroundMark x1="58667" y1="93182" x2="58667" y2="93182"/>
                        <a14:foregroundMark x1="58111" y1="96853" x2="58111" y2="96853"/>
                        <a14:foregroundMark x1="67889" y1="90909" x2="67889" y2="90909"/>
                        <a14:foregroundMark x1="70778" y1="90385" x2="70778" y2="90385"/>
                        <a14:foregroundMark x1="73778" y1="89860" x2="73778" y2="89860"/>
                        <a14:foregroundMark x1="73333" y1="91434" x2="73333" y2="91434"/>
                        <a14:foregroundMark x1="73000" y1="91783" x2="73000" y2="91783"/>
                        <a14:foregroundMark x1="72667" y1="92133" x2="72667" y2="92133"/>
                      </a14:backgroundRemoval>
                    </a14:imgEffect>
                  </a14:imgLayer>
                </a14:imgProps>
              </a:ext>
              <a:ext uri="{28A0092B-C50C-407E-A947-70E740481C1C}">
                <a14:useLocalDpi xmlns:a14="http://schemas.microsoft.com/office/drawing/2010/main" val="0"/>
              </a:ext>
            </a:extLst>
          </a:blip>
          <a:stretch>
            <a:fillRect/>
          </a:stretch>
        </p:blipFill>
        <p:spPr>
          <a:xfrm>
            <a:off x="10576366" y="68293"/>
            <a:ext cx="1723672" cy="1095490"/>
          </a:xfrm>
          <a:prstGeom prst="rect">
            <a:avLst/>
          </a:prstGeom>
        </p:spPr>
      </p:pic>
      <p:sp>
        <p:nvSpPr>
          <p:cNvPr id="3" name="TextBox 2">
            <a:extLst>
              <a:ext uri="{FF2B5EF4-FFF2-40B4-BE49-F238E27FC236}">
                <a16:creationId xmlns:a16="http://schemas.microsoft.com/office/drawing/2014/main" id="{1741EE23-BEEA-704A-B967-3979DB97324F}"/>
              </a:ext>
            </a:extLst>
          </p:cNvPr>
          <p:cNvSpPr txBox="1"/>
          <p:nvPr/>
        </p:nvSpPr>
        <p:spPr>
          <a:xfrm>
            <a:off x="1695451" y="1771134"/>
            <a:ext cx="6151032" cy="261610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Flowchart (text):</a:t>
            </a:r>
          </a:p>
          <a:p>
            <a:r>
              <a:rPr lang="en-US" dirty="0">
                <a:latin typeface="Times New Roman" panose="02020603050405020304" pitchFamily="18" charset="0"/>
                <a:cs typeface="Times New Roman" panose="02020603050405020304" pitchFamily="18" charset="0"/>
              </a:rPr>
              <a:t>Start -&gt; Open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App -&gt; Select Module -&gt; Live Weather / AI Forecast / Data Lab / Chat Agent -&gt; Visualize -&gt; End</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Libraries:</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pandas, </a:t>
            </a:r>
            <a:r>
              <a:rPr lang="en-US" dirty="0" err="1">
                <a:latin typeface="Times New Roman" panose="02020603050405020304" pitchFamily="18" charset="0"/>
                <a:cs typeface="Times New Roman" panose="02020603050405020304" pitchFamily="18" charset="0"/>
              </a:rPr>
              <a:t>numpy</a:t>
            </a:r>
            <a:r>
              <a:rPr lang="en-US" dirty="0">
                <a:latin typeface="Times New Roman" panose="02020603050405020304" pitchFamily="18" charset="0"/>
                <a:cs typeface="Times New Roman" panose="02020603050405020304" pitchFamily="18" charset="0"/>
              </a:rPr>
              <a:t>, scikit-learn, requests</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plotly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joblib</a:t>
            </a:r>
            <a:r>
              <a:rPr lang="en-US" dirty="0">
                <a:latin typeface="Times New Roman" panose="02020603050405020304" pitchFamily="18" charset="0"/>
                <a:cs typeface="Times New Roman" panose="02020603050405020304" pitchFamily="18" charset="0"/>
              </a:rPr>
              <a:t>, folium,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-folium</a:t>
            </a:r>
          </a:p>
          <a:p>
            <a:pPr algn="ctr"/>
            <a:endParaRPr lang="en-US" sz="20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277D585-4F58-D4A9-C3DB-3AD039F85003}"/>
              </a:ext>
            </a:extLst>
          </p:cNvPr>
          <p:cNvSpPr txBox="1"/>
          <p:nvPr/>
        </p:nvSpPr>
        <p:spPr>
          <a:xfrm>
            <a:off x="1695451" y="1246201"/>
            <a:ext cx="6151032" cy="369332"/>
          </a:xfrm>
          <a:prstGeom prst="rect">
            <a:avLst/>
          </a:prstGeom>
          <a:noFill/>
        </p:spPr>
        <p:txBody>
          <a:bodyPr wrap="square">
            <a:spAutoFit/>
          </a:bodyPr>
          <a:lstStyle/>
          <a:p>
            <a:r>
              <a:rPr lang="en-US" b="1" u="sng" dirty="0">
                <a:latin typeface="Times New Roman" panose="02020603050405020304" pitchFamily="18" charset="0"/>
                <a:cs typeface="Times New Roman" panose="02020603050405020304" pitchFamily="18" charset="0"/>
              </a:rPr>
              <a:t>Flowchart &amp; Libraries</a:t>
            </a:r>
            <a:endParaRPr lang="en-US"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1829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F8B17-47E3-9134-0E2A-EA447F73D70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69590DE-0676-E151-BDA9-067D771703F5}"/>
              </a:ext>
            </a:extLst>
          </p:cNvPr>
          <p:cNvSpPr txBox="1"/>
          <p:nvPr/>
        </p:nvSpPr>
        <p:spPr>
          <a:xfrm>
            <a:off x="1845733" y="2094637"/>
            <a:ext cx="8255000" cy="211987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800" b="0" i="0" u="none" strike="noStrike" baseline="0" dirty="0">
                <a:solidFill>
                  <a:srgbClr val="000000"/>
                </a:solidFill>
                <a:latin typeface="Times New Roman" panose="02020603050405020304" pitchFamily="18" charset="0"/>
              </a:rPr>
              <a:t>This project demonstrates that effective weather forecasting systems can be developed using open data sources and standard Python tools, without requiring large-scale infrastructure or highly complex models. </a:t>
            </a:r>
          </a:p>
          <a:p>
            <a:pPr marL="285750" indent="-285750" algn="just">
              <a:lnSpc>
                <a:spcPct val="150000"/>
              </a:lnSpc>
              <a:buFont typeface="Arial" panose="020B0604020202020204" pitchFamily="34" charset="0"/>
              <a:buChar char="•"/>
            </a:pPr>
            <a:r>
              <a:rPr lang="en-US" sz="1800" b="0" i="0" u="none" strike="noStrike" baseline="0" dirty="0">
                <a:solidFill>
                  <a:srgbClr val="000000"/>
                </a:solidFill>
                <a:latin typeface="Times New Roman" panose="02020603050405020304" pitchFamily="18" charset="0"/>
              </a:rPr>
              <a:t>By focusing on local, short-term predictions, the system shows that even compact machine learning solutions can deliver meaningful results </a:t>
            </a:r>
            <a:endParaRPr lang="en-US" dirty="0"/>
          </a:p>
        </p:txBody>
      </p:sp>
      <p:sp>
        <p:nvSpPr>
          <p:cNvPr id="8" name="TextBox 7">
            <a:extLst>
              <a:ext uri="{FF2B5EF4-FFF2-40B4-BE49-F238E27FC236}">
                <a16:creationId xmlns:a16="http://schemas.microsoft.com/office/drawing/2014/main" id="{B8DFB184-5D78-F3EF-01F7-5331395E5E42}"/>
              </a:ext>
            </a:extLst>
          </p:cNvPr>
          <p:cNvSpPr txBox="1"/>
          <p:nvPr/>
        </p:nvSpPr>
        <p:spPr>
          <a:xfrm>
            <a:off x="2548467" y="1576401"/>
            <a:ext cx="6096000" cy="400110"/>
          </a:xfrm>
          <a:prstGeom prst="rect">
            <a:avLst/>
          </a:prstGeom>
          <a:noFill/>
        </p:spPr>
        <p:txBody>
          <a:bodyPr wrap="square">
            <a:spAutoFit/>
          </a:bodyPr>
          <a:lstStyle/>
          <a:p>
            <a:r>
              <a:rPr lang="en-US" sz="2000" b="1" i="0" u="sng" strike="noStrike" baseline="0" dirty="0">
                <a:solidFill>
                  <a:srgbClr val="000000"/>
                </a:solidFill>
                <a:latin typeface="Times New Roman" panose="02020603050405020304" pitchFamily="18" charset="0"/>
              </a:rPr>
              <a:t>Conclusion</a:t>
            </a:r>
            <a:r>
              <a:rPr lang="en-US" sz="1800" b="1" i="0" u="none" strike="noStrike" baseline="0" dirty="0">
                <a:solidFill>
                  <a:srgbClr val="000000"/>
                </a:solidFill>
                <a:latin typeface="Times New Roman" panose="02020603050405020304" pitchFamily="18" charset="0"/>
              </a:rPr>
              <a:t> </a:t>
            </a:r>
            <a:endParaRPr lang="en-US" dirty="0"/>
          </a:p>
        </p:txBody>
      </p:sp>
    </p:spTree>
    <p:extLst>
      <p:ext uri="{BB962C8B-B14F-4D97-AF65-F5344CB8AC3E}">
        <p14:creationId xmlns:p14="http://schemas.microsoft.com/office/powerpoint/2010/main" val="3809791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3BE4D-C2F0-91AC-6B74-8A08FDDD899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30850E-862F-C91C-2116-3C40241F3E55}"/>
              </a:ext>
            </a:extLst>
          </p:cNvPr>
          <p:cNvSpPr txBox="1"/>
          <p:nvPr/>
        </p:nvSpPr>
        <p:spPr>
          <a:xfrm>
            <a:off x="2375704" y="2545101"/>
            <a:ext cx="8805441" cy="1515800"/>
          </a:xfrm>
          <a:prstGeom prst="rect">
            <a:avLst/>
          </a:prstGeom>
          <a:noFill/>
        </p:spPr>
        <p:txBody>
          <a:bodyPr wrap="square">
            <a:spAutoFit/>
          </a:bodyPr>
          <a:lstStyle/>
          <a:p>
            <a:pPr algn="l">
              <a:lnSpc>
                <a:spcPts val="11791"/>
              </a:lnSpc>
            </a:pPr>
            <a:r>
              <a:rPr lang="en-US" sz="9600" b="1" dirty="0">
                <a:solidFill>
                  <a:srgbClr val="303870"/>
                </a:solidFill>
                <a:latin typeface="Times New Roman" panose="02020603050405020304" pitchFamily="18" charset="0"/>
                <a:ea typeface="Agrandir Wide Bold"/>
                <a:cs typeface="Times New Roman" panose="02020603050405020304" pitchFamily="18" charset="0"/>
                <a:sym typeface="Agrandir Wide Bold"/>
              </a:rPr>
              <a:t>THANK YOU</a:t>
            </a:r>
          </a:p>
        </p:txBody>
      </p:sp>
    </p:spTree>
    <p:extLst>
      <p:ext uri="{BB962C8B-B14F-4D97-AF65-F5344CB8AC3E}">
        <p14:creationId xmlns:p14="http://schemas.microsoft.com/office/powerpoint/2010/main" val="2032949435"/>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{9C47E527-E421-490B-AB69-1CEB44F8230A}TFc3084226-2d0c-440f-9f46-6b48c7a7f670e6ba4a85-fc4a2881d6b3</Template>
  <TotalTime>81</TotalTime>
  <Words>340</Words>
  <Application>Microsoft Office PowerPoint</Application>
  <PresentationFormat>Widescreen</PresentationFormat>
  <Paragraphs>58</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Agrandir Wide Bold</vt:lpstr>
      <vt:lpstr>Arial</vt:lpstr>
      <vt:lpstr>Franklin Gothic Book</vt:lpstr>
      <vt:lpstr>Times New Roman</vt:lpstr>
      <vt:lpstr>Wingdings</vt:lpstr>
      <vt:lpstr>Crop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Chandan Nanda</dc:creator>
  <cp:lastModifiedBy>Chandan Nanda</cp:lastModifiedBy>
  <cp:revision>1</cp:revision>
  <dcterms:created xsi:type="dcterms:W3CDTF">2026-03-23T18:35:09Z</dcterms:created>
  <dcterms:modified xsi:type="dcterms:W3CDTF">2026-03-31T06:06:46Z</dcterms:modified>
</cp:coreProperties>
</file>